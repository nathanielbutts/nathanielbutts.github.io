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svg" ContentType="image/svg"/>
  <Override PartName="/ppt/media/image4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9B13C7-D7F6-438B-90A8-C10669DFCC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5AA33C-63C4-4CE3-A01E-D69DB28131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DF46461-BA6D-4DBB-8A4A-A60FADA67C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9" descr="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4267080" y="1444680"/>
            <a:ext cx="3970440" cy="3656160"/>
          </a:xfrm>
          <a:prstGeom prst="rect">
            <a:avLst/>
          </a:prstGeom>
          <a:ln w="0">
            <a:noFill/>
          </a:ln>
        </p:spPr>
      </p:pic>
      <p:sp>
        <p:nvSpPr>
          <p:cNvPr id="1" name="Rectangle 11"/>
          <p:cNvSpPr/>
          <p:nvPr/>
        </p:nvSpPr>
        <p:spPr>
          <a:xfrm>
            <a:off x="0" y="0"/>
            <a:ext cx="227160" cy="685656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" name="Rectangle 13"/>
          <p:cNvSpPr/>
          <p:nvPr/>
        </p:nvSpPr>
        <p:spPr>
          <a:xfrm>
            <a:off x="228600" y="0"/>
            <a:ext cx="90000" cy="685656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3CF4E6-089F-4B42-B83C-245900145EC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9" descr="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4267080" y="1444680"/>
            <a:ext cx="3970440" cy="3656160"/>
          </a:xfrm>
          <a:prstGeom prst="rect">
            <a:avLst/>
          </a:prstGeom>
          <a:ln w="0">
            <a:noFill/>
          </a:ln>
        </p:spPr>
      </p:pic>
      <p:sp>
        <p:nvSpPr>
          <p:cNvPr id="11" name="Rectangle 11"/>
          <p:cNvSpPr/>
          <p:nvPr/>
        </p:nvSpPr>
        <p:spPr>
          <a:xfrm>
            <a:off x="0" y="0"/>
            <a:ext cx="227160" cy="685656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" name="Rectangle 13"/>
          <p:cNvSpPr/>
          <p:nvPr/>
        </p:nvSpPr>
        <p:spPr>
          <a:xfrm>
            <a:off x="228600" y="0"/>
            <a:ext cx="90000" cy="685656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13" name="Picture 8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0440" cy="3656160"/>
          </a:xfrm>
          <a:prstGeom prst="rect">
            <a:avLst/>
          </a:prstGeom>
          <a:ln w="0">
            <a:noFill/>
          </a:ln>
        </p:spPr>
      </p:pic>
      <p:pic>
        <p:nvPicPr>
          <p:cNvPr id="14" name="Graphic 1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650960" y="119160"/>
            <a:ext cx="1324080" cy="132408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028C25-CBD2-4263-98A5-86401E21DDE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9" descr=""/>
          <p:cNvPicPr/>
          <p:nvPr/>
        </p:nvPicPr>
        <p:blipFill>
          <a:blip r:embed="rId2">
            <a:alphaModFix amt="20000"/>
          </a:blip>
          <a:stretch/>
        </p:blipFill>
        <p:spPr>
          <a:xfrm>
            <a:off x="4267080" y="1444680"/>
            <a:ext cx="3970440" cy="365616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11"/>
          <p:cNvSpPr/>
          <p:nvPr/>
        </p:nvSpPr>
        <p:spPr>
          <a:xfrm>
            <a:off x="0" y="0"/>
            <a:ext cx="227160" cy="685656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4" name="Rectangle 13"/>
          <p:cNvSpPr/>
          <p:nvPr/>
        </p:nvSpPr>
        <p:spPr>
          <a:xfrm>
            <a:off x="228600" y="0"/>
            <a:ext cx="90000" cy="685656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25" name="Picture 8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4267080" y="1444680"/>
            <a:ext cx="3970440" cy="3656160"/>
          </a:xfrm>
          <a:prstGeom prst="rect">
            <a:avLst/>
          </a:prstGeom>
          <a:ln w="0">
            <a:noFill/>
          </a:ln>
        </p:spPr>
      </p:pic>
      <p:pic>
        <p:nvPicPr>
          <p:cNvPr id="26" name="Graphic 1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650960" y="119160"/>
            <a:ext cx="1324080" cy="132408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497741-F934-405C-8869-6C0C266E5957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484280" y="256860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Kentucky District 3</a:t>
            </a:r>
            <a:br>
              <a:rPr sz="6000"/>
            </a:b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Warren County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1484280" y="5011560"/>
            <a:ext cx="9142560" cy="73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KCARC Meeting – 2026.09.22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Graphic 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09480" y="126720"/>
            <a:ext cx="2741760" cy="274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Agenda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21080" y="1613520"/>
            <a:ext cx="10514160" cy="47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General Updates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Roll Up Dual Band Antenna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Radiogram Practice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4401682-7923-42AA-9757-B494617449A3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fld id="{80BEB1A0-62EC-4E2E-A3DC-6E3CD42067E7}" type="datetime1">
              <a:rPr lang="en-US"/>
              <a:t>09/21/2026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General Updates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1EB54C3-9EA9-437F-A81E-B765A6A5EC06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5F0CA713-D733-4724-B693-3B7640F56B7A}" type="datetime1">
              <a:rPr lang="en-US"/>
              <a:t>09/21/2026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Dual Band Roll Up Antenna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943600" y="1825560"/>
            <a:ext cx="5408640" cy="434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Rubber Duckies often have negative dBi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Ed Fong WB6IQN Design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Replace 4-1/4” of RG-174A with 5” of RG8X with 5” cut in ladder line to match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 good chunk of shrink wrap (red box) over the Coax going to radio will secure it to the ladder line and join the stub and ladder line together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43" name="Picture 123" descr=""/>
          <p:cNvPicPr/>
          <p:nvPr/>
        </p:nvPicPr>
        <p:blipFill>
          <a:blip r:embed="rId1"/>
          <a:stretch/>
        </p:blipFill>
        <p:spPr>
          <a:xfrm>
            <a:off x="914400" y="1828800"/>
            <a:ext cx="4531320" cy="4342320"/>
          </a:xfrm>
          <a:prstGeom prst="rect">
            <a:avLst/>
          </a:prstGeom>
          <a:ln w="0">
            <a:noFill/>
          </a:ln>
        </p:spPr>
      </p:pic>
      <p:sp>
        <p:nvSpPr>
          <p:cNvPr id="44" name="Rectangle 1"/>
          <p:cNvSpPr/>
          <p:nvPr/>
        </p:nvSpPr>
        <p:spPr>
          <a:xfrm>
            <a:off x="2999160" y="2779920"/>
            <a:ext cx="465120" cy="1169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5" name="Rectangle 6"/>
          <p:cNvSpPr/>
          <p:nvPr/>
        </p:nvSpPr>
        <p:spPr>
          <a:xfrm>
            <a:off x="2947320" y="4742640"/>
            <a:ext cx="465120" cy="1169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FB08D0-B99E-4E0A-8C76-208598798DF8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8FD4D73F-9DA6-47E4-B80B-B920686E412A}" type="datetime1">
              <a:rPr lang="en-US"/>
              <a:t>09/21/2026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10196</TotalTime>
  <Application>LibreOffice/24.2.7.2$Linux_X86_64 LibreOffice_project/420$Build-2</Application>
  <AppVersion>15.0000</AppVersion>
  <Words>594</Words>
  <Paragraphs>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2026-08-11T18:14:18Z</dcterms:created>
  <dc:creator>Nathaniel Butts</dc:creator>
  <dc:description/>
  <dc:language>en-US</dc:language>
  <cp:lastModifiedBy/>
  <dcterms:modified xsi:type="dcterms:W3CDTF">2026-09-21T19:53:07Z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