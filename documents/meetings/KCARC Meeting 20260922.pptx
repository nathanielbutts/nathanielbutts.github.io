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_rels/presentation.xml.rels" ContentType="application/vnd.openxmlformats-package.relationships+xml"/>
  <Override PartName="/ppt/media/image1.png" ContentType="image/png"/>
  <Override PartName="/ppt/media/image2.png" ContentType="image/png"/>
  <Override PartName="/ppt/media/image3.svg" ContentType="image/svg"/>
  <Override PartName="/ppt/media/image6.png" ContentType="image/png"/>
  <Override PartName="/ppt/media/image4.png" ContentType="image/png"/>
  <Override PartName="/ppt/media/image5.png" ContentType="image/png"/>
  <Override PartName="/ppt/media/image7.png" ContentType="image/png"/>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xml" ContentType="application/vnd.openxmlformats-officedocument.presentationml.slide+xml"/>
  <Override PartName="/ppt/slides/_rels/slide9.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3" r:id="rId4"/>
  </p:sldMasterIdLst>
  <p:sldIdLst>
    <p:sldId id="256" r:id="rId5"/>
    <p:sldId id="257" r:id="rId6"/>
    <p:sldId id="258" r:id="rId7"/>
    <p:sldId id="259" r:id="rId8"/>
    <p:sldId id="260" r:id="rId9"/>
    <p:sldId id="261" r:id="rId10"/>
    <p:sldId id="262" r:id="rId11"/>
    <p:sldId id="263" r:id="rId12"/>
    <p:sldId id="264" r:id="rId13"/>
    <p:sldId id="265" r:id="rId14"/>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Aptos"/>
            </a:endParaRPr>
          </a:p>
        </p:txBody>
      </p:sp>
      <p:sp>
        <p:nvSpPr>
          <p:cNvPr id="9" name="PlaceHolder 2"/>
          <p:cNvSpPr>
            <a:spLocks noGrp="1"/>
          </p:cNvSpPr>
          <p:nvPr>
            <p:ph type="subTitle"/>
          </p:nvPr>
        </p:nvSpPr>
        <p:spPr>
          <a:xfrm>
            <a:off x="838080" y="1825560"/>
            <a:ext cx="10514160" cy="43498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3D065408-0121-4C4A-9F22-F6C5E0E404E1}"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and Content">
    <p:spTree>
      <p:nvGrpSpPr>
        <p:cNvPr id="1" name=""/>
        <p:cNvGrpSpPr/>
        <p:nvPr/>
      </p:nvGrpSpPr>
      <p:grpSpPr>
        <a:xfrm>
          <a:off x="0" y="0"/>
          <a:ext cx="0" cy="0"/>
          <a:chOff x="0" y="0"/>
          <a:chExt cx="0" cy="0"/>
        </a:xfrm>
      </p:grpSpPr>
      <p:sp>
        <p:nvSpPr>
          <p:cNvPr id="20"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Aptos"/>
            </a:endParaRPr>
          </a:p>
        </p:txBody>
      </p:sp>
      <p:sp>
        <p:nvSpPr>
          <p:cNvPr id="21" name="PlaceHolder 2"/>
          <p:cNvSpPr>
            <a:spLocks noGrp="1"/>
          </p:cNvSpPr>
          <p:nvPr>
            <p:ph/>
          </p:nvPr>
        </p:nvSpPr>
        <p:spPr>
          <a:xfrm>
            <a:off x="838080" y="1825560"/>
            <a:ext cx="5130720" cy="434988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Aptos"/>
            </a:endParaRPr>
          </a:p>
        </p:txBody>
      </p:sp>
      <p:sp>
        <p:nvSpPr>
          <p:cNvPr id="22" name="PlaceHolder 3"/>
          <p:cNvSpPr>
            <a:spLocks noGrp="1"/>
          </p:cNvSpPr>
          <p:nvPr>
            <p:ph/>
          </p:nvPr>
        </p:nvSpPr>
        <p:spPr>
          <a:xfrm>
            <a:off x="6225840" y="1825560"/>
            <a:ext cx="5130720" cy="434988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Aptos"/>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3EE8C50C-4E33-4A84-9EE5-2302A35A168E}"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and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Aptos"/>
            </a:endParaRPr>
          </a:p>
        </p:txBody>
      </p:sp>
      <p:sp>
        <p:nvSpPr>
          <p:cNvPr id="24" name="PlaceHolder 2"/>
          <p:cNvSpPr>
            <a:spLocks noGrp="1"/>
          </p:cNvSpPr>
          <p:nvPr>
            <p:ph/>
          </p:nvPr>
        </p:nvSpPr>
        <p:spPr>
          <a:xfrm>
            <a:off x="838080" y="1825560"/>
            <a:ext cx="10514160" cy="434988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Aptos"/>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10DC6539-0531-4731-A1BE-CF991DE85379}"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Aptos"/>
            </a:endParaRPr>
          </a:p>
        </p:txBody>
      </p:sp>
      <p:sp>
        <p:nvSpPr>
          <p:cNvPr id="36" name="PlaceHolder 2"/>
          <p:cNvSpPr>
            <a:spLocks noGrp="1"/>
          </p:cNvSpPr>
          <p:nvPr>
            <p:ph/>
          </p:nvPr>
        </p:nvSpPr>
        <p:spPr>
          <a:xfrm>
            <a:off x="838080" y="1825560"/>
            <a:ext cx="10514160" cy="434988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Aptos"/>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77B09A96-1613-449C-956E-E3D1A0BA1964}" type="slidenum">
              <a:t>&lt;#&gt;</a:t>
            </a:fld>
          </a:p>
        </p:txBody>
      </p:sp>
      <p:sp>
        <p:nvSpPr>
          <p:cNvPr id="6" name="PlaceHolder 5"/>
          <p:cNvSpPr>
            <a:spLocks noGrp="1"/>
          </p:cNvSpPr>
          <p:nvPr>
            <p:ph type="dt" idx="9"/>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 Id="rId6" Type="http://schemas.openxmlformats.org/officeDocument/2006/relationships/slideLayout" Target="../slideLayouts/slideLayout2.xml"/><Relationship Id="rId7" Type="http://schemas.openxmlformats.org/officeDocument/2006/relationships/slideLayout" Target="../slideLayouts/slideLayout3.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 Id="rId6"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7"/>
        </a:solidFill>
      </p:bgPr>
    </p:bg>
    <p:spTree>
      <p:nvGrpSpPr>
        <p:cNvPr id="1" name=""/>
        <p:cNvGrpSpPr/>
        <p:nvPr/>
      </p:nvGrpSpPr>
      <p:grpSpPr>
        <a:xfrm>
          <a:off x="0" y="0"/>
          <a:ext cx="0" cy="0"/>
          <a:chOff x="0" y="0"/>
          <a:chExt cx="0" cy="0"/>
        </a:xfrm>
      </p:grpSpPr>
      <p:pic>
        <p:nvPicPr>
          <p:cNvPr id="0" name="Picture 19" descr=""/>
          <p:cNvPicPr/>
          <p:nvPr/>
        </p:nvPicPr>
        <p:blipFill>
          <a:blip r:embed="rId2">
            <a:alphaModFix amt="20000"/>
          </a:blip>
          <a:stretch/>
        </p:blipFill>
        <p:spPr>
          <a:xfrm>
            <a:off x="4267080" y="1444680"/>
            <a:ext cx="3970440" cy="3656160"/>
          </a:xfrm>
          <a:prstGeom prst="rect">
            <a:avLst/>
          </a:prstGeom>
          <a:ln w="0">
            <a:noFill/>
          </a:ln>
        </p:spPr>
      </p:pic>
      <p:sp>
        <p:nvSpPr>
          <p:cNvPr id="1" name="Rectangle 11"/>
          <p:cNvSpPr/>
          <p:nvPr/>
        </p:nvSpPr>
        <p:spPr>
          <a:xfrm>
            <a:off x="0" y="0"/>
            <a:ext cx="227160" cy="6856560"/>
          </a:xfrm>
          <a:prstGeom prst="rect">
            <a:avLst/>
          </a:prstGeom>
          <a:solidFill>
            <a:srgbClr val="17365d"/>
          </a:soli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2" name="Rectangle 13"/>
          <p:cNvSpPr/>
          <p:nvPr/>
        </p:nvSpPr>
        <p:spPr>
          <a:xfrm>
            <a:off x="228600" y="0"/>
            <a:ext cx="90000" cy="6856560"/>
          </a:xfrm>
          <a:prstGeom prst="rect">
            <a:avLst/>
          </a:prstGeom>
          <a:solidFill>
            <a:srgbClr val="c8202f"/>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3"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a:buNone/>
            </a:pPr>
            <a:r>
              <a:rPr b="0" lang="en-US" sz="4400" spc="-1" strike="noStrike">
                <a:solidFill>
                  <a:schemeClr val="dk1"/>
                </a:solidFill>
                <a:latin typeface="Aptos"/>
              </a:rPr>
              <a:t>Click </a:t>
            </a:r>
            <a:r>
              <a:rPr b="0" lang="en-US" sz="4400" spc="-1" strike="noStrike">
                <a:solidFill>
                  <a:schemeClr val="dk1"/>
                </a:solidFill>
                <a:latin typeface="Aptos"/>
              </a:rPr>
              <a:t>to </a:t>
            </a:r>
            <a:r>
              <a:rPr b="0" lang="en-US" sz="4400" spc="-1" strike="noStrike">
                <a:solidFill>
                  <a:schemeClr val="dk1"/>
                </a:solidFill>
                <a:latin typeface="Aptos"/>
              </a:rPr>
              <a:t>edit </a:t>
            </a:r>
            <a:r>
              <a:rPr b="0" lang="en-US" sz="4400" spc="-1" strike="noStrike">
                <a:solidFill>
                  <a:schemeClr val="dk1"/>
                </a:solidFill>
                <a:latin typeface="Aptos"/>
              </a:rPr>
              <a:t>the </a:t>
            </a:r>
            <a:r>
              <a:rPr b="0" lang="en-US" sz="4400" spc="-1" strike="noStrike">
                <a:solidFill>
                  <a:schemeClr val="dk1"/>
                </a:solidFill>
                <a:latin typeface="Aptos"/>
              </a:rPr>
              <a:t>title </a:t>
            </a:r>
            <a:r>
              <a:rPr b="0" lang="en-US" sz="4400" spc="-1" strike="noStrike">
                <a:solidFill>
                  <a:schemeClr val="dk1"/>
                </a:solidFill>
                <a:latin typeface="Aptos"/>
              </a:rPr>
              <a:t>text </a:t>
            </a:r>
            <a:r>
              <a:rPr b="0" lang="en-US" sz="4400" spc="-1" strike="noStrike">
                <a:solidFill>
                  <a:schemeClr val="dk1"/>
                </a:solidFill>
                <a:latin typeface="Aptos"/>
              </a:rPr>
              <a:t>form</a:t>
            </a:r>
            <a:r>
              <a:rPr b="0" lang="en-US" sz="4400" spc="-1" strike="noStrike">
                <a:solidFill>
                  <a:schemeClr val="dk1"/>
                </a:solidFill>
                <a:latin typeface="Aptos"/>
              </a:rPr>
              <a:t>at</a:t>
            </a:r>
            <a:endParaRPr b="0" lang="en-US" sz="4400" spc="-1" strike="noStrike">
              <a:solidFill>
                <a:schemeClr val="dk1"/>
              </a:solidFill>
              <a:latin typeface="Aptos"/>
            </a:endParaRPr>
          </a:p>
        </p:txBody>
      </p:sp>
      <p:sp>
        <p:nvSpPr>
          <p:cNvPr id="4" name="PlaceHolder 2"/>
          <p:cNvSpPr>
            <a:spLocks noGrp="1"/>
          </p:cNvSpPr>
          <p:nvPr>
            <p:ph type="ftr" idx="1"/>
          </p:nvPr>
        </p:nvSpPr>
        <p:spPr>
          <a:xfrm>
            <a:off x="4038480" y="6356520"/>
            <a:ext cx="411336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200" spc="-1" strike="noStrike">
                <a:solidFill>
                  <a:schemeClr val="dk1">
                    <a:tint val="82000"/>
                  </a:schemeClr>
                </a:solidFill>
                <a:latin typeface="Aptos"/>
              </a:defRPr>
            </a:lvl1pPr>
          </a:lstStyle>
          <a:p>
            <a:pPr indent="0" algn="ctr" defTabSz="914400">
              <a:lnSpc>
                <a:spcPct val="100000"/>
              </a:lnSpc>
              <a:buNone/>
              <a:tabLst>
                <a:tab algn="l" pos="0"/>
              </a:tabLst>
            </a:pPr>
            <a:r>
              <a:rPr b="0" lang="en-US" sz="1200" spc="-1" strike="noStrike">
                <a:solidFill>
                  <a:schemeClr val="dk1">
                    <a:tint val="82000"/>
                  </a:schemeClr>
                </a:solidFill>
                <a:latin typeface="Aptos"/>
              </a:rPr>
              <a:t>&lt;footer&gt;</a:t>
            </a:r>
            <a:endParaRPr b="0" lang="en-US" sz="1200" spc="-1" strike="noStrike">
              <a:solidFill>
                <a:srgbClr val="000000"/>
              </a:solidFill>
              <a:latin typeface="Times New Roman"/>
            </a:endParaRPr>
          </a:p>
        </p:txBody>
      </p:sp>
      <p:sp>
        <p:nvSpPr>
          <p:cNvPr id="5" name="PlaceHolder 3"/>
          <p:cNvSpPr>
            <a:spLocks noGrp="1"/>
          </p:cNvSpPr>
          <p:nvPr>
            <p:ph type="sldNum" idx="2"/>
          </p:nvPr>
        </p:nvSpPr>
        <p:spPr>
          <a:xfrm>
            <a:off x="8610480" y="6356520"/>
            <a:ext cx="27417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FBC8DDC2-63ED-4D69-AB9E-86A9696109BD}"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6" name="PlaceHolder 4"/>
          <p:cNvSpPr>
            <a:spLocks noGrp="1"/>
          </p:cNvSpPr>
          <p:nvPr>
            <p:ph type="dt" idx="3"/>
          </p:nvPr>
        </p:nvSpPr>
        <p:spPr>
          <a:xfrm>
            <a:off x="838080" y="6356520"/>
            <a:ext cx="274176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Click to edit the outline text format</a:t>
            </a:r>
            <a:endParaRPr b="0" lang="en-US" sz="2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Second Outline Level</a:t>
            </a:r>
            <a:endParaRPr b="0" lang="en-US" sz="2000" spc="-1" strike="noStrike">
              <a:solidFill>
                <a:schemeClr val="dk1"/>
              </a:solidFill>
              <a:latin typeface="Aptos"/>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Aptos"/>
              </a:rPr>
              <a:t>Third Outline Level</a:t>
            </a:r>
            <a:endParaRPr b="0" lang="en-US" sz="1800" spc="-1" strike="noStrike">
              <a:solidFill>
                <a:schemeClr val="dk1"/>
              </a:solidFill>
              <a:latin typeface="Aptos"/>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Aptos"/>
              </a:rPr>
              <a:t>Fourth Outline Level</a:t>
            </a:r>
            <a:endParaRPr b="0" lang="en-US" sz="1800" spc="-1" strike="noStrike">
              <a:solidFill>
                <a:schemeClr val="dk1"/>
              </a:solidFill>
              <a:latin typeface="Aptos"/>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Aptos"/>
              </a:rPr>
              <a:t>Fifth Outline Level</a:t>
            </a:r>
            <a:endParaRPr b="0" lang="en-US" sz="2000" spc="-1" strike="noStrike">
              <a:solidFill>
                <a:schemeClr val="dk1"/>
              </a:solidFill>
              <a:latin typeface="Aptos"/>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Aptos"/>
              </a:rPr>
              <a:t>Sixth Outline Level</a:t>
            </a:r>
            <a:endParaRPr b="0" lang="en-US" sz="2000" spc="-1" strike="noStrike">
              <a:solidFill>
                <a:schemeClr val="dk1"/>
              </a:solidFill>
              <a:latin typeface="Aptos"/>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Aptos"/>
              </a:rPr>
              <a:t>Seventh Outline Level</a:t>
            </a:r>
            <a:endParaRPr b="0" lang="en-US" sz="2000" spc="-1" strike="noStrike">
              <a:solidFill>
                <a:schemeClr val="dk1"/>
              </a:solidFill>
              <a:latin typeface="Aptos"/>
            </a:endParaRPr>
          </a:p>
        </p:txBody>
      </p:sp>
    </p:spTree>
  </p:cSld>
  <p:clrMap bg1="lt1" bg2="lt2" tx1="dk1"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7"/>
        </a:solidFill>
      </p:bgPr>
    </p:bg>
    <p:spTree>
      <p:nvGrpSpPr>
        <p:cNvPr id="1" name=""/>
        <p:cNvGrpSpPr/>
        <p:nvPr/>
      </p:nvGrpSpPr>
      <p:grpSpPr>
        <a:xfrm>
          <a:off x="0" y="0"/>
          <a:ext cx="0" cy="0"/>
          <a:chOff x="0" y="0"/>
          <a:chExt cx="0" cy="0"/>
        </a:xfrm>
      </p:grpSpPr>
      <p:pic>
        <p:nvPicPr>
          <p:cNvPr id="10" name="Picture 19" descr=""/>
          <p:cNvPicPr/>
          <p:nvPr/>
        </p:nvPicPr>
        <p:blipFill>
          <a:blip r:embed="rId2">
            <a:alphaModFix amt="20000"/>
          </a:blip>
          <a:stretch/>
        </p:blipFill>
        <p:spPr>
          <a:xfrm>
            <a:off x="4267080" y="1444680"/>
            <a:ext cx="3970440" cy="3656160"/>
          </a:xfrm>
          <a:prstGeom prst="rect">
            <a:avLst/>
          </a:prstGeom>
          <a:ln w="0">
            <a:noFill/>
          </a:ln>
        </p:spPr>
      </p:pic>
      <p:sp>
        <p:nvSpPr>
          <p:cNvPr id="11" name="Rectangle 11"/>
          <p:cNvSpPr/>
          <p:nvPr/>
        </p:nvSpPr>
        <p:spPr>
          <a:xfrm>
            <a:off x="0" y="0"/>
            <a:ext cx="227160" cy="6856560"/>
          </a:xfrm>
          <a:prstGeom prst="rect">
            <a:avLst/>
          </a:prstGeom>
          <a:solidFill>
            <a:srgbClr val="17365d"/>
          </a:soli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12" name="Rectangle 13"/>
          <p:cNvSpPr/>
          <p:nvPr/>
        </p:nvSpPr>
        <p:spPr>
          <a:xfrm>
            <a:off x="228600" y="0"/>
            <a:ext cx="90000" cy="6856560"/>
          </a:xfrm>
          <a:prstGeom prst="rect">
            <a:avLst/>
          </a:prstGeom>
          <a:solidFill>
            <a:srgbClr val="c8202f"/>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pic>
        <p:nvPicPr>
          <p:cNvPr id="13" name="Picture 8" descr=""/>
          <p:cNvPicPr/>
          <p:nvPr/>
        </p:nvPicPr>
        <p:blipFill>
          <a:blip r:embed="rId3">
            <a:alphaModFix amt="20000"/>
          </a:blip>
          <a:stretch/>
        </p:blipFill>
        <p:spPr>
          <a:xfrm>
            <a:off x="4267080" y="1444680"/>
            <a:ext cx="3970440" cy="3656160"/>
          </a:xfrm>
          <a:prstGeom prst="rect">
            <a:avLst/>
          </a:prstGeom>
          <a:ln w="0">
            <a:noFill/>
          </a:ln>
        </p:spPr>
      </p:pic>
      <p:pic>
        <p:nvPicPr>
          <p:cNvPr id="14" name="Graphic 16" descr=""/>
          <p:cNvPicPr/>
          <p:nvPr/>
        </p:nvPicPr>
        <p:blipFill>
          <a:blip r:embed="rId4">
            <a:extLst>
              <a:ext uri="{96DAC541-7B7A-43D3-8B79-37D633B846F1}">
                <asvg:svgBlip xmlns:asvg="http://schemas.microsoft.com/office/drawing/2016/SVG/main" r:embed="rId5"/>
              </a:ext>
            </a:extLst>
          </a:blip>
          <a:stretch/>
        </p:blipFill>
        <p:spPr>
          <a:xfrm>
            <a:off x="10650960" y="119160"/>
            <a:ext cx="1324080" cy="1324080"/>
          </a:xfrm>
          <a:prstGeom prst="rect">
            <a:avLst/>
          </a:prstGeom>
          <a:ln w="0">
            <a:noFill/>
          </a:ln>
        </p:spPr>
      </p:pic>
      <p:sp>
        <p:nvSpPr>
          <p:cNvPr id="15"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a:buNone/>
            </a:pPr>
            <a:r>
              <a:rPr b="0" lang="en-US" sz="4400" spc="-1" strike="noStrike">
                <a:solidFill>
                  <a:schemeClr val="dk1"/>
                </a:solidFill>
                <a:latin typeface="Aptos"/>
              </a:rPr>
              <a:t>Click to edit the title text format</a:t>
            </a:r>
            <a:endParaRPr b="0" lang="en-US" sz="4400" spc="-1" strike="noStrike">
              <a:solidFill>
                <a:schemeClr val="dk1"/>
              </a:solidFill>
              <a:latin typeface="Aptos"/>
            </a:endParaRPr>
          </a:p>
        </p:txBody>
      </p:sp>
      <p:sp>
        <p:nvSpPr>
          <p:cNvPr id="16" name="PlaceHolder 2"/>
          <p:cNvSpPr>
            <a:spLocks noGrp="1"/>
          </p:cNvSpPr>
          <p:nvPr>
            <p:ph type="body"/>
          </p:nvPr>
        </p:nvSpPr>
        <p:spPr>
          <a:xfrm>
            <a:off x="838080" y="1825560"/>
            <a:ext cx="10514160" cy="43498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1800" spc="-1" strike="noStrike">
                <a:solidFill>
                  <a:schemeClr val="dk1"/>
                </a:solidFill>
                <a:latin typeface="Aptos"/>
              </a:rPr>
              <a:t>Click to edit the outline text format</a:t>
            </a:r>
            <a:endParaRPr b="0" lang="en-US" sz="1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1800" spc="-1" strike="noStrike">
                <a:solidFill>
                  <a:schemeClr val="dk1"/>
                </a:solidFill>
                <a:latin typeface="Aptos"/>
              </a:rPr>
              <a:t>Second Outline Level</a:t>
            </a:r>
            <a:endParaRPr b="0" lang="en-US" sz="1800" spc="-1" strike="noStrike">
              <a:solidFill>
                <a:schemeClr val="dk1"/>
              </a:solidFill>
              <a:latin typeface="Aptos"/>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Aptos"/>
              </a:rPr>
              <a:t>Third Outline Level</a:t>
            </a:r>
            <a:endParaRPr b="0" lang="en-US" sz="1800" spc="-1" strike="noStrike">
              <a:solidFill>
                <a:schemeClr val="dk1"/>
              </a:solidFill>
              <a:latin typeface="Aptos"/>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Aptos"/>
              </a:rPr>
              <a:t>Fourth Outline Level</a:t>
            </a:r>
            <a:endParaRPr b="0" lang="en-US" sz="1800" spc="-1" strike="noStrike">
              <a:solidFill>
                <a:schemeClr val="dk1"/>
              </a:solidFill>
              <a:latin typeface="Aptos"/>
            </a:endParaRPr>
          </a:p>
          <a:p>
            <a:pPr lvl="4" marL="2160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Aptos"/>
              </a:rPr>
              <a:t>Fifth Outline Level</a:t>
            </a:r>
            <a:endParaRPr b="0" lang="en-US" sz="1800" spc="-1" strike="noStrike">
              <a:solidFill>
                <a:schemeClr val="dk1"/>
              </a:solidFill>
              <a:latin typeface="Aptos"/>
            </a:endParaRPr>
          </a:p>
          <a:p>
            <a:pPr lvl="5" marL="2592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Aptos"/>
              </a:rPr>
              <a:t>Sixth Outline Level</a:t>
            </a:r>
            <a:endParaRPr b="0" lang="en-US" sz="1800" spc="-1" strike="noStrike">
              <a:solidFill>
                <a:schemeClr val="dk1"/>
              </a:solidFill>
              <a:latin typeface="Aptos"/>
            </a:endParaRPr>
          </a:p>
          <a:p>
            <a:pPr lvl="6" marL="3024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Aptos"/>
              </a:rPr>
              <a:t>Seventh Outline Level</a:t>
            </a:r>
            <a:endParaRPr b="0" lang="en-US" sz="1800" spc="-1" strike="noStrike">
              <a:solidFill>
                <a:schemeClr val="dk1"/>
              </a:solidFill>
              <a:latin typeface="Aptos"/>
            </a:endParaRPr>
          </a:p>
        </p:txBody>
      </p:sp>
      <p:sp>
        <p:nvSpPr>
          <p:cNvPr id="17" name="PlaceHolder 3"/>
          <p:cNvSpPr>
            <a:spLocks noGrp="1"/>
          </p:cNvSpPr>
          <p:nvPr>
            <p:ph type="ftr" idx="4"/>
          </p:nvPr>
        </p:nvSpPr>
        <p:spPr>
          <a:xfrm>
            <a:off x="4038480" y="6356520"/>
            <a:ext cx="411336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200" spc="-1" strike="noStrike">
                <a:solidFill>
                  <a:schemeClr val="dk1">
                    <a:tint val="82000"/>
                  </a:schemeClr>
                </a:solidFill>
                <a:latin typeface="Aptos"/>
              </a:defRPr>
            </a:lvl1pPr>
          </a:lstStyle>
          <a:p>
            <a:pPr indent="0" algn="ctr" defTabSz="914400">
              <a:lnSpc>
                <a:spcPct val="100000"/>
              </a:lnSpc>
              <a:buNone/>
              <a:tabLst>
                <a:tab algn="l" pos="0"/>
              </a:tabLst>
            </a:pPr>
            <a:r>
              <a:rPr b="0" lang="en-US" sz="1200" spc="-1" strike="noStrike">
                <a:solidFill>
                  <a:schemeClr val="dk1">
                    <a:tint val="82000"/>
                  </a:schemeClr>
                </a:solidFill>
                <a:latin typeface="Aptos"/>
              </a:rPr>
              <a:t>&lt;footer&gt;</a:t>
            </a:r>
            <a:endParaRPr b="0" lang="en-US" sz="1200" spc="-1" strike="noStrike">
              <a:solidFill>
                <a:srgbClr val="000000"/>
              </a:solidFill>
              <a:latin typeface="Times New Roman"/>
            </a:endParaRPr>
          </a:p>
        </p:txBody>
      </p:sp>
      <p:sp>
        <p:nvSpPr>
          <p:cNvPr id="18" name="PlaceHolder 4"/>
          <p:cNvSpPr>
            <a:spLocks noGrp="1"/>
          </p:cNvSpPr>
          <p:nvPr>
            <p:ph type="sldNum" idx="5"/>
          </p:nvPr>
        </p:nvSpPr>
        <p:spPr>
          <a:xfrm>
            <a:off x="8610480" y="6356520"/>
            <a:ext cx="27417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91D92FAB-4EAF-4921-A84A-D1F12305F3FE}"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19" name="PlaceHolder 5"/>
          <p:cNvSpPr>
            <a:spLocks noGrp="1"/>
          </p:cNvSpPr>
          <p:nvPr>
            <p:ph type="dt" idx="6"/>
          </p:nvPr>
        </p:nvSpPr>
        <p:spPr>
          <a:xfrm>
            <a:off x="838080" y="6356520"/>
            <a:ext cx="274176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6"/>
    <p:sldLayoutId id="2147483652" r:id="rId7"/>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7"/>
        </a:solidFill>
      </p:bgPr>
    </p:bg>
    <p:spTree>
      <p:nvGrpSpPr>
        <p:cNvPr id="1" name=""/>
        <p:cNvGrpSpPr/>
        <p:nvPr/>
      </p:nvGrpSpPr>
      <p:grpSpPr>
        <a:xfrm>
          <a:off x="0" y="0"/>
          <a:ext cx="0" cy="0"/>
          <a:chOff x="0" y="0"/>
          <a:chExt cx="0" cy="0"/>
        </a:xfrm>
      </p:grpSpPr>
      <p:pic>
        <p:nvPicPr>
          <p:cNvPr id="25" name="Picture 19" descr=""/>
          <p:cNvPicPr/>
          <p:nvPr/>
        </p:nvPicPr>
        <p:blipFill>
          <a:blip r:embed="rId2">
            <a:alphaModFix amt="20000"/>
          </a:blip>
          <a:stretch/>
        </p:blipFill>
        <p:spPr>
          <a:xfrm>
            <a:off x="4267080" y="1444680"/>
            <a:ext cx="3970440" cy="3656160"/>
          </a:xfrm>
          <a:prstGeom prst="rect">
            <a:avLst/>
          </a:prstGeom>
          <a:ln w="0">
            <a:noFill/>
          </a:ln>
        </p:spPr>
      </p:pic>
      <p:sp>
        <p:nvSpPr>
          <p:cNvPr id="26" name="Rectangle 11"/>
          <p:cNvSpPr/>
          <p:nvPr/>
        </p:nvSpPr>
        <p:spPr>
          <a:xfrm>
            <a:off x="0" y="0"/>
            <a:ext cx="227160" cy="6856560"/>
          </a:xfrm>
          <a:prstGeom prst="rect">
            <a:avLst/>
          </a:prstGeom>
          <a:solidFill>
            <a:srgbClr val="17365d"/>
          </a:soli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27" name="Rectangle 13"/>
          <p:cNvSpPr/>
          <p:nvPr/>
        </p:nvSpPr>
        <p:spPr>
          <a:xfrm>
            <a:off x="228600" y="0"/>
            <a:ext cx="90000" cy="6856560"/>
          </a:xfrm>
          <a:prstGeom prst="rect">
            <a:avLst/>
          </a:prstGeom>
          <a:solidFill>
            <a:srgbClr val="c8202f"/>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pic>
        <p:nvPicPr>
          <p:cNvPr id="28" name="Picture 8" descr=""/>
          <p:cNvPicPr/>
          <p:nvPr/>
        </p:nvPicPr>
        <p:blipFill>
          <a:blip r:embed="rId3">
            <a:alphaModFix amt="20000"/>
          </a:blip>
          <a:stretch/>
        </p:blipFill>
        <p:spPr>
          <a:xfrm>
            <a:off x="4267080" y="1444680"/>
            <a:ext cx="3970440" cy="3656160"/>
          </a:xfrm>
          <a:prstGeom prst="rect">
            <a:avLst/>
          </a:prstGeom>
          <a:ln w="0">
            <a:noFill/>
          </a:ln>
        </p:spPr>
      </p:pic>
      <p:pic>
        <p:nvPicPr>
          <p:cNvPr id="29" name="Graphic 16" descr=""/>
          <p:cNvPicPr/>
          <p:nvPr/>
        </p:nvPicPr>
        <p:blipFill>
          <a:blip r:embed="rId4">
            <a:extLst>
              <a:ext uri="{96DAC541-7B7A-43D3-8B79-37D633B846F1}">
                <asvg:svgBlip xmlns:asvg="http://schemas.microsoft.com/office/drawing/2016/SVG/main" r:embed="rId5"/>
              </a:ext>
            </a:extLst>
          </a:blip>
          <a:stretch/>
        </p:blipFill>
        <p:spPr>
          <a:xfrm>
            <a:off x="10650960" y="119160"/>
            <a:ext cx="1324080" cy="1324080"/>
          </a:xfrm>
          <a:prstGeom prst="rect">
            <a:avLst/>
          </a:prstGeom>
          <a:ln w="0">
            <a:noFill/>
          </a:ln>
        </p:spPr>
      </p:pic>
      <p:sp>
        <p:nvSpPr>
          <p:cNvPr id="30"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a:buNone/>
            </a:pPr>
            <a:r>
              <a:rPr b="0" lang="en-US" sz="4400" spc="-1" strike="noStrike">
                <a:solidFill>
                  <a:schemeClr val="dk1"/>
                </a:solidFill>
                <a:latin typeface="Aptos"/>
              </a:rPr>
              <a:t>Click to edit the title text format</a:t>
            </a:r>
            <a:endParaRPr b="0" lang="en-US" sz="4400" spc="-1" strike="noStrike">
              <a:solidFill>
                <a:schemeClr val="dk1"/>
              </a:solidFill>
              <a:latin typeface="Aptos"/>
            </a:endParaRPr>
          </a:p>
        </p:txBody>
      </p:sp>
      <p:sp>
        <p:nvSpPr>
          <p:cNvPr id="31" name="PlaceHolder 2"/>
          <p:cNvSpPr>
            <a:spLocks noGrp="1"/>
          </p:cNvSpPr>
          <p:nvPr>
            <p:ph type="body"/>
          </p:nvPr>
        </p:nvSpPr>
        <p:spPr>
          <a:xfrm>
            <a:off x="838080" y="1825560"/>
            <a:ext cx="10514160" cy="43498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1800" spc="-1" strike="noStrike">
                <a:solidFill>
                  <a:schemeClr val="dk1"/>
                </a:solidFill>
                <a:latin typeface="Aptos"/>
              </a:rPr>
              <a:t>Click to edit the outline text format</a:t>
            </a:r>
            <a:endParaRPr b="0" lang="en-US" sz="1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1800" spc="-1" strike="noStrike">
                <a:solidFill>
                  <a:schemeClr val="dk1"/>
                </a:solidFill>
                <a:latin typeface="Aptos"/>
              </a:rPr>
              <a:t>Second Outline Level</a:t>
            </a:r>
            <a:endParaRPr b="0" lang="en-US" sz="1800" spc="-1" strike="noStrike">
              <a:solidFill>
                <a:schemeClr val="dk1"/>
              </a:solidFill>
              <a:latin typeface="Aptos"/>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Aptos"/>
              </a:rPr>
              <a:t>Third Outline Level</a:t>
            </a:r>
            <a:endParaRPr b="0" lang="en-US" sz="1800" spc="-1" strike="noStrike">
              <a:solidFill>
                <a:schemeClr val="dk1"/>
              </a:solidFill>
              <a:latin typeface="Aptos"/>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Aptos"/>
              </a:rPr>
              <a:t>Fourth Outline Level</a:t>
            </a:r>
            <a:endParaRPr b="0" lang="en-US" sz="1800" spc="-1" strike="noStrike">
              <a:solidFill>
                <a:schemeClr val="dk1"/>
              </a:solidFill>
              <a:latin typeface="Aptos"/>
            </a:endParaRPr>
          </a:p>
          <a:p>
            <a:pPr lvl="4" marL="2160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Aptos"/>
              </a:rPr>
              <a:t>Fifth Outline Level</a:t>
            </a:r>
            <a:endParaRPr b="0" lang="en-US" sz="1800" spc="-1" strike="noStrike">
              <a:solidFill>
                <a:schemeClr val="dk1"/>
              </a:solidFill>
              <a:latin typeface="Aptos"/>
            </a:endParaRPr>
          </a:p>
          <a:p>
            <a:pPr lvl="5" marL="2592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Aptos"/>
              </a:rPr>
              <a:t>Sixth Outline Level</a:t>
            </a:r>
            <a:endParaRPr b="0" lang="en-US" sz="1800" spc="-1" strike="noStrike">
              <a:solidFill>
                <a:schemeClr val="dk1"/>
              </a:solidFill>
              <a:latin typeface="Aptos"/>
            </a:endParaRPr>
          </a:p>
          <a:p>
            <a:pPr lvl="6" marL="3024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Aptos"/>
              </a:rPr>
              <a:t>Seventh Outline Level</a:t>
            </a:r>
            <a:endParaRPr b="0" lang="en-US" sz="1800" spc="-1" strike="noStrike">
              <a:solidFill>
                <a:schemeClr val="dk1"/>
              </a:solidFill>
              <a:latin typeface="Aptos"/>
            </a:endParaRPr>
          </a:p>
        </p:txBody>
      </p:sp>
      <p:sp>
        <p:nvSpPr>
          <p:cNvPr id="32" name="PlaceHolder 3"/>
          <p:cNvSpPr>
            <a:spLocks noGrp="1"/>
          </p:cNvSpPr>
          <p:nvPr>
            <p:ph type="ftr" idx="7"/>
          </p:nvPr>
        </p:nvSpPr>
        <p:spPr>
          <a:xfrm>
            <a:off x="4038480" y="6356520"/>
            <a:ext cx="4113360" cy="36360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200" spc="-1" strike="noStrike">
                <a:solidFill>
                  <a:schemeClr val="dk1">
                    <a:tint val="82000"/>
                  </a:schemeClr>
                </a:solidFill>
                <a:latin typeface="Aptos"/>
              </a:defRPr>
            </a:lvl1pPr>
          </a:lstStyle>
          <a:p>
            <a:pPr indent="0" algn="ctr" defTabSz="914400">
              <a:lnSpc>
                <a:spcPct val="100000"/>
              </a:lnSpc>
              <a:buNone/>
              <a:tabLst>
                <a:tab algn="l" pos="0"/>
              </a:tabLst>
            </a:pPr>
            <a:r>
              <a:rPr b="0" lang="en-US" sz="1200" spc="-1" strike="noStrike">
                <a:solidFill>
                  <a:schemeClr val="dk1">
                    <a:tint val="82000"/>
                  </a:schemeClr>
                </a:solidFill>
                <a:latin typeface="Aptos"/>
              </a:rPr>
              <a:t>&lt;footer&gt;</a:t>
            </a:r>
            <a:endParaRPr b="0" lang="en-US" sz="1200" spc="-1" strike="noStrike">
              <a:solidFill>
                <a:srgbClr val="000000"/>
              </a:solidFill>
              <a:latin typeface="Times New Roman"/>
            </a:endParaRPr>
          </a:p>
        </p:txBody>
      </p:sp>
      <p:sp>
        <p:nvSpPr>
          <p:cNvPr id="33" name="PlaceHolder 4"/>
          <p:cNvSpPr>
            <a:spLocks noGrp="1"/>
          </p:cNvSpPr>
          <p:nvPr>
            <p:ph type="sldNum" idx="8"/>
          </p:nvPr>
        </p:nvSpPr>
        <p:spPr>
          <a:xfrm>
            <a:off x="8610480" y="6356520"/>
            <a:ext cx="274176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2086F42C-E471-4DD4-85E6-E6D36D3B8C85}"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4" name="PlaceHolder 5"/>
          <p:cNvSpPr>
            <a:spLocks noGrp="1"/>
          </p:cNvSpPr>
          <p:nvPr>
            <p:ph type="dt" idx="9"/>
          </p:nvPr>
        </p:nvSpPr>
        <p:spPr>
          <a:xfrm>
            <a:off x="838080" y="6356520"/>
            <a:ext cx="274176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4" r:id="rId6"/>
  </p:sldLayoutIdLst>
</p:sldMaster>
</file>

<file path=ppt/slides/_rels/slide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svg"/><Relationship Id="rId3"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7"/>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1484280" y="2568600"/>
            <a:ext cx="9142560" cy="23860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0" lang="en-US" sz="6000" spc="-1" strike="noStrike">
                <a:solidFill>
                  <a:schemeClr val="dk1"/>
                </a:solidFill>
                <a:latin typeface="Aptos Display"/>
              </a:rPr>
              <a:t>Kentucky District 3</a:t>
            </a:r>
            <a:br>
              <a:rPr sz="6000"/>
            </a:br>
            <a:r>
              <a:rPr b="0" lang="en-US" sz="6000" spc="-1" strike="noStrike">
                <a:solidFill>
                  <a:schemeClr val="dk1"/>
                </a:solidFill>
                <a:latin typeface="Aptos Display"/>
              </a:rPr>
              <a:t>Warren County</a:t>
            </a:r>
            <a:endParaRPr b="0" lang="en-US" sz="6000" spc="-1" strike="noStrike">
              <a:solidFill>
                <a:schemeClr val="dk1"/>
              </a:solidFill>
              <a:latin typeface="Aptos"/>
            </a:endParaRPr>
          </a:p>
        </p:txBody>
      </p:sp>
      <p:sp>
        <p:nvSpPr>
          <p:cNvPr id="38" name="PlaceHolder 2"/>
          <p:cNvSpPr>
            <a:spLocks noGrp="1"/>
          </p:cNvSpPr>
          <p:nvPr>
            <p:ph type="subTitle"/>
          </p:nvPr>
        </p:nvSpPr>
        <p:spPr>
          <a:xfrm>
            <a:off x="1484280" y="5011560"/>
            <a:ext cx="9142560" cy="737280"/>
          </a:xfrm>
          <a:prstGeom prst="rect">
            <a:avLst/>
          </a:prstGeom>
          <a:noFill/>
          <a:ln w="0">
            <a:noFill/>
          </a:ln>
        </p:spPr>
        <p:txBody>
          <a:bodyPr lIns="91440" rIns="91440" tIns="45720" bIns="45720" anchor="t">
            <a:noAutofit/>
          </a:bodyPr>
          <a:p>
            <a:pPr marL="228600" indent="0" algn="ctr" defTabSz="914400">
              <a:lnSpc>
                <a:spcPct val="90000"/>
              </a:lnSpc>
              <a:spcBef>
                <a:spcPts val="1001"/>
              </a:spcBef>
              <a:buNone/>
              <a:tabLst>
                <a:tab algn="l" pos="0"/>
              </a:tabLst>
            </a:pPr>
            <a:r>
              <a:rPr b="0" lang="en-US" sz="2400" spc="-1" strike="noStrike">
                <a:solidFill>
                  <a:schemeClr val="dk1"/>
                </a:solidFill>
                <a:latin typeface="Aptos"/>
              </a:rPr>
              <a:t>KCARC Meeting – 2026.09.22</a:t>
            </a:r>
            <a:endParaRPr b="0" lang="en-US" sz="2400" spc="-1" strike="noStrike">
              <a:solidFill>
                <a:srgbClr val="000000"/>
              </a:solidFill>
              <a:latin typeface="Arial"/>
            </a:endParaRPr>
          </a:p>
        </p:txBody>
      </p:sp>
      <p:pic>
        <p:nvPicPr>
          <p:cNvPr id="39" name="Graphic 4" descr=""/>
          <p:cNvPicPr/>
          <p:nvPr/>
        </p:nvPicPr>
        <p:blipFill>
          <a:blip r:embed="rId1">
            <a:extLst>
              <a:ext uri="{96DAC541-7B7A-43D3-8B79-37D633B846F1}">
                <asvg:svgBlip xmlns:asvg="http://schemas.microsoft.com/office/drawing/2016/SVG/main" r:embed="rId2"/>
              </a:ext>
            </a:extLst>
          </a:blip>
          <a:stretch/>
        </p:blipFill>
        <p:spPr>
          <a:xfrm>
            <a:off x="609480" y="126720"/>
            <a:ext cx="2741760" cy="274176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PlaceHolder 1"/>
          <p:cNvSpPr>
            <a:spLocks noGrp="1"/>
          </p:cNvSpPr>
          <p:nvPr>
            <p:ph type="title"/>
          </p:nvPr>
        </p:nvSpPr>
        <p:spPr>
          <a:xfrm>
            <a:off x="838080" y="365040"/>
            <a:ext cx="10514160" cy="1324080"/>
          </a:xfrm>
          <a:prstGeom prst="rect">
            <a:avLst/>
          </a:prstGeom>
          <a:noFill/>
          <a:ln w="0">
            <a:noFill/>
          </a:ln>
        </p:spPr>
        <p:txBody>
          <a:bodyPr lIns="91440" rIns="91440" tIns="45720" bIns="45720" anchor="ctr">
            <a:noAutofit/>
          </a:bodyPr>
          <a:p>
            <a:pPr indent="0" defTabSz="914400">
              <a:lnSpc>
                <a:spcPct val="90000"/>
              </a:lnSpc>
              <a:buNone/>
              <a:tabLst>
                <a:tab algn="l" pos="0"/>
              </a:tabLst>
            </a:pPr>
            <a:r>
              <a:rPr b="0" lang="en-US" sz="4400" spc="-1" strike="noStrike">
                <a:solidFill>
                  <a:schemeClr val="dk1"/>
                </a:solidFill>
                <a:latin typeface="Aptos Display"/>
              </a:rPr>
              <a:t>Agenda</a:t>
            </a:r>
            <a:endParaRPr b="0" lang="en-US" sz="4400" spc="-1" strike="noStrike">
              <a:solidFill>
                <a:schemeClr val="dk1"/>
              </a:solidFill>
              <a:latin typeface="Aptos"/>
            </a:endParaRPr>
          </a:p>
        </p:txBody>
      </p:sp>
      <p:sp>
        <p:nvSpPr>
          <p:cNvPr id="41" name="PlaceHolder 2"/>
          <p:cNvSpPr>
            <a:spLocks noGrp="1"/>
          </p:cNvSpPr>
          <p:nvPr>
            <p:ph/>
          </p:nvPr>
        </p:nvSpPr>
        <p:spPr>
          <a:xfrm>
            <a:off x="721080" y="1613520"/>
            <a:ext cx="10514160" cy="4742640"/>
          </a:xfrm>
          <a:prstGeom prst="rect">
            <a:avLst/>
          </a:prstGeom>
          <a:noFill/>
          <a:ln w="0">
            <a:noFill/>
          </a:ln>
        </p:spPr>
        <p:txBody>
          <a:bodyPr lIns="91440" rIns="91440" tIns="45720" bIns="45720" anchor="t">
            <a:norm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Aptos"/>
              </a:rPr>
              <a:t>General Updates</a:t>
            </a:r>
            <a:endParaRPr b="0" lang="en-US" sz="2800" spc="-1" strike="noStrike">
              <a:solidFill>
                <a:schemeClr val="dk1"/>
              </a:solidFill>
              <a:latin typeface="Aptos"/>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Aptos"/>
              </a:rPr>
              <a:t>Roll Up Dual Band Antenna</a:t>
            </a:r>
            <a:endParaRPr b="0" lang="en-US" sz="2800" spc="-1" strike="noStrike">
              <a:solidFill>
                <a:schemeClr val="dk1"/>
              </a:solidFill>
              <a:latin typeface="Aptos"/>
            </a:endParaRPr>
          </a:p>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Aptos"/>
              </a:rPr>
              <a:t>Radiograms</a:t>
            </a:r>
            <a:endParaRPr b="0" lang="en-US" sz="2800" spc="-1" strike="noStrike">
              <a:solidFill>
                <a:schemeClr val="dk1"/>
              </a:solidFill>
              <a:latin typeface="Aptos"/>
            </a:endParaRPr>
          </a:p>
        </p:txBody>
      </p:sp>
      <p:sp>
        <p:nvSpPr>
          <p:cNvPr id="4" name="PlaceHolder 3"/>
          <p:cNvSpPr>
            <a:spLocks noGrp="1"/>
          </p:cNvSpPr>
          <p:nvPr>
            <p:ph type="ftr" idx="7"/>
          </p:nvPr>
        </p:nvSpPr>
        <p:spPr/>
        <p:txBody>
          <a:bodyPr/>
          <a:p>
            <a:r>
              <a:t>Warren County KY ARES • KQ4TIV Emergency Coordinator</a:t>
            </a:r>
          </a:p>
        </p:txBody>
      </p:sp>
      <p:sp>
        <p:nvSpPr>
          <p:cNvPr id="5" name="PlaceHolder 4"/>
          <p:cNvSpPr>
            <a:spLocks noGrp="1"/>
          </p:cNvSpPr>
          <p:nvPr>
            <p:ph type="sldNum" idx="8"/>
          </p:nvPr>
        </p:nvSpPr>
        <p:spPr/>
        <p:txBody>
          <a:bodyPr/>
          <a:p>
            <a:fld id="{C20AFD5F-741B-404E-86F9-00F4B1A7AD3E}" type="slidenum">
              <a:t>2</a:t>
            </a:fld>
          </a:p>
        </p:txBody>
      </p:sp>
      <p:sp>
        <p:nvSpPr>
          <p:cNvPr id="6" name="PlaceHolder 5"/>
          <p:cNvSpPr>
            <a:spLocks noGrp="1"/>
          </p:cNvSpPr>
          <p:nvPr>
            <p:ph type="dt" idx="9"/>
          </p:nvPr>
        </p:nvSpPr>
        <p:spPr/>
        <p:txBody>
          <a:bodyPr/>
          <a:p>
            <a:fld id="{975789AB-7171-49DC-8F2E-A29D4A65DB23}" type="datetime1">
              <a:rPr lang="en-US"/>
              <a:t>09/21/2026</a:t>
            </a:fld>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a:buNone/>
            </a:pPr>
            <a:r>
              <a:rPr b="1" lang="en-US" sz="4000" spc="-1" strike="noStrike">
                <a:solidFill>
                  <a:schemeClr val="dk1"/>
                </a:solidFill>
                <a:latin typeface="Aptos"/>
              </a:rPr>
              <a:t>General Updates</a:t>
            </a:r>
            <a:endParaRPr b="1" lang="en-US" sz="4000" spc="-1" strike="noStrike">
              <a:solidFill>
                <a:schemeClr val="dk1"/>
              </a:solidFill>
              <a:latin typeface="Aptos"/>
            </a:endParaRPr>
          </a:p>
        </p:txBody>
      </p:sp>
      <p:sp>
        <p:nvSpPr>
          <p:cNvPr id="43" name=""/>
          <p:cNvSpPr txBox="1"/>
          <p:nvPr/>
        </p:nvSpPr>
        <p:spPr>
          <a:xfrm>
            <a:off x="838080" y="1371600"/>
            <a:ext cx="5105520" cy="544680"/>
          </a:xfrm>
          <a:prstGeom prst="rect">
            <a:avLst/>
          </a:prstGeom>
          <a:noFill/>
          <a:ln w="73080">
            <a:noFill/>
          </a:ln>
        </p:spPr>
        <p:txBody>
          <a:bodyPr lIns="90000" rIns="90000" tIns="45000" bIns="45000" anchor="t">
            <a:noAutofit/>
          </a:bodyPr>
          <a:p>
            <a:r>
              <a:rPr b="0" lang="en-US" sz="1800" spc="-1" strike="noStrike">
                <a:solidFill>
                  <a:srgbClr val="000000"/>
                </a:solidFill>
                <a:latin typeface="Arial"/>
              </a:rPr>
              <a:t>ARES Calendar Added </a:t>
            </a:r>
            <a:r>
              <a:rPr b="0" i="1" lang="en-US" sz="1400" spc="-1" strike="noStrike">
                <a:solidFill>
                  <a:srgbClr val="000000"/>
                </a:solidFill>
                <a:latin typeface="Arial"/>
              </a:rPr>
              <a:t>https://nathanielbutts.github.io/calendar/calendar.html</a:t>
            </a:r>
            <a:endParaRPr b="0" lang="en-US" sz="1400" spc="-1" strike="noStrike">
              <a:solidFill>
                <a:srgbClr val="000000"/>
              </a:solidFill>
              <a:latin typeface="Arial"/>
            </a:endParaRPr>
          </a:p>
        </p:txBody>
      </p:sp>
      <p:pic>
        <p:nvPicPr>
          <p:cNvPr id="44" name="" descr=""/>
          <p:cNvPicPr/>
          <p:nvPr/>
        </p:nvPicPr>
        <p:blipFill>
          <a:blip r:embed="rId1"/>
          <a:stretch/>
        </p:blipFill>
        <p:spPr>
          <a:xfrm>
            <a:off x="1143000" y="2043720"/>
            <a:ext cx="4695840" cy="4357080"/>
          </a:xfrm>
          <a:prstGeom prst="rect">
            <a:avLst/>
          </a:prstGeom>
          <a:ln w="73080">
            <a:noFill/>
          </a:ln>
        </p:spPr>
      </p:pic>
      <p:pic>
        <p:nvPicPr>
          <p:cNvPr id="45" name="" descr=""/>
          <p:cNvPicPr/>
          <p:nvPr/>
        </p:nvPicPr>
        <p:blipFill>
          <a:blip r:embed="rId2"/>
          <a:stretch/>
        </p:blipFill>
        <p:spPr>
          <a:xfrm>
            <a:off x="6169680" y="2057400"/>
            <a:ext cx="5651640" cy="4114800"/>
          </a:xfrm>
          <a:prstGeom prst="rect">
            <a:avLst/>
          </a:prstGeom>
          <a:ln w="73080">
            <a:noFill/>
          </a:ln>
        </p:spPr>
      </p:pic>
      <p:sp>
        <p:nvSpPr>
          <p:cNvPr id="46" name=""/>
          <p:cNvSpPr txBox="1"/>
          <p:nvPr/>
        </p:nvSpPr>
        <p:spPr>
          <a:xfrm>
            <a:off x="6172200" y="1371600"/>
            <a:ext cx="5105520" cy="457200"/>
          </a:xfrm>
          <a:prstGeom prst="rect">
            <a:avLst/>
          </a:prstGeom>
          <a:noFill/>
          <a:ln w="73080">
            <a:noFill/>
          </a:ln>
        </p:spPr>
        <p:txBody>
          <a:bodyPr lIns="90000" rIns="90000" tIns="45000" bIns="45000" anchor="t">
            <a:noAutofit/>
          </a:bodyPr>
          <a:p>
            <a:r>
              <a:rPr b="0" lang="en-US" sz="1800" spc="-1" strike="noStrike">
                <a:solidFill>
                  <a:srgbClr val="000000"/>
                </a:solidFill>
                <a:latin typeface="Arial"/>
              </a:rPr>
              <a:t>News Section Added</a:t>
            </a:r>
            <a:endParaRPr b="0" lang="en-US" sz="1800" spc="-1" strike="noStrike">
              <a:solidFill>
                <a:srgbClr val="000000"/>
              </a:solidFill>
              <a:latin typeface="Arial"/>
            </a:endParaRPr>
          </a:p>
        </p:txBody>
      </p:sp>
      <p:sp>
        <p:nvSpPr>
          <p:cNvPr id="3" name="PlaceHolder 2"/>
          <p:cNvSpPr>
            <a:spLocks noGrp="1"/>
          </p:cNvSpPr>
          <p:nvPr>
            <p:ph type="ftr" idx="4"/>
          </p:nvPr>
        </p:nvSpPr>
        <p:spPr/>
        <p:txBody>
          <a:bodyPr/>
          <a:p>
            <a:r>
              <a:t>Warren County KY ARES • KQ4TIV Emergency Coordinator</a:t>
            </a:r>
          </a:p>
        </p:txBody>
      </p:sp>
      <p:sp>
        <p:nvSpPr>
          <p:cNvPr id="4" name="PlaceHolder 3"/>
          <p:cNvSpPr>
            <a:spLocks noGrp="1"/>
          </p:cNvSpPr>
          <p:nvPr>
            <p:ph type="sldNum" idx="5"/>
          </p:nvPr>
        </p:nvSpPr>
        <p:spPr/>
        <p:txBody>
          <a:bodyPr/>
          <a:p>
            <a:fld id="{7271D153-B64E-4E58-BA46-983BAC0885E8}" type="slidenum">
              <a:t>3</a:t>
            </a:fld>
          </a:p>
        </p:txBody>
      </p:sp>
      <p:sp>
        <p:nvSpPr>
          <p:cNvPr id="5" name="PlaceHolder 4"/>
          <p:cNvSpPr>
            <a:spLocks noGrp="1"/>
          </p:cNvSpPr>
          <p:nvPr>
            <p:ph type="dt" idx="6"/>
          </p:nvPr>
        </p:nvSpPr>
        <p:spPr/>
        <p:txBody>
          <a:bodyPr/>
          <a:p>
            <a:fld id="{271621F6-6654-491D-98E8-3382DE62E9EA}" type="datetime1">
              <a:rPr lang="en-US"/>
              <a:t>09/21/2026</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defTabSz="914400">
              <a:lnSpc>
                <a:spcPct val="90000"/>
              </a:lnSpc>
              <a:buNone/>
              <a:tabLst>
                <a:tab algn="l" pos="0"/>
              </a:tabLst>
            </a:pPr>
            <a:r>
              <a:rPr b="0" lang="en-US" sz="4400" spc="-1" strike="noStrike">
                <a:solidFill>
                  <a:srgbClr val="000000"/>
                </a:solidFill>
                <a:latin typeface="Aptos Display"/>
              </a:rPr>
              <a:t>Dual Band Roll Up Antenna</a:t>
            </a:r>
            <a:endParaRPr b="0" lang="en-US" sz="4400" spc="-1" strike="noStrike">
              <a:solidFill>
                <a:schemeClr val="dk1"/>
              </a:solidFill>
              <a:latin typeface="Aptos"/>
            </a:endParaRPr>
          </a:p>
        </p:txBody>
      </p:sp>
      <p:sp>
        <p:nvSpPr>
          <p:cNvPr id="48" name="PlaceHolder 2"/>
          <p:cNvSpPr>
            <a:spLocks noGrp="1"/>
          </p:cNvSpPr>
          <p:nvPr>
            <p:ph/>
          </p:nvPr>
        </p:nvSpPr>
        <p:spPr>
          <a:xfrm>
            <a:off x="5943600" y="1825560"/>
            <a:ext cx="5408640" cy="4349880"/>
          </a:xfrm>
          <a:prstGeom prst="rect">
            <a:avLst/>
          </a:prstGeom>
          <a:noFill/>
          <a:ln w="0">
            <a:noFill/>
          </a:ln>
        </p:spPr>
        <p:txBody>
          <a:bodyPr lIns="0" rIns="0" tIns="0" bIns="0" anchor="t">
            <a:normAutofit fontScale="81111"/>
          </a:bodyPr>
          <a:p>
            <a:pPr marL="432000" indent="-324000" defTabSz="9144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Rubber Duckies often have negative dBi</a:t>
            </a:r>
            <a:endParaRPr b="0" lang="en-US" sz="2800" spc="-1" strike="noStrike">
              <a:solidFill>
                <a:schemeClr val="dk1"/>
              </a:solidFill>
              <a:latin typeface="Aptos"/>
            </a:endParaRPr>
          </a:p>
          <a:p>
            <a:pPr marL="432000" indent="-324000" defTabSz="9144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Ed Fong WB6IQN (UC Santa Cruz) Design</a:t>
            </a:r>
            <a:endParaRPr b="0" lang="en-US" sz="2800" spc="-1" strike="noStrike">
              <a:solidFill>
                <a:schemeClr val="dk1"/>
              </a:solidFill>
              <a:latin typeface="Aptos"/>
            </a:endParaRPr>
          </a:p>
          <a:p>
            <a:pPr marL="432000" indent="-324000" defTabSz="9144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Replace 4-1/4” of RG-174A with 5” of RG8X with 5” cut in ladder line to match</a:t>
            </a:r>
            <a:endParaRPr b="0" lang="en-US" sz="2800" spc="-1" strike="noStrike">
              <a:solidFill>
                <a:schemeClr val="dk1"/>
              </a:solidFill>
              <a:latin typeface="Aptos"/>
            </a:endParaRPr>
          </a:p>
          <a:p>
            <a:pPr marL="432000" indent="-324000" defTabSz="9144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A good chunk of shrink wrap (red box) over the Coax going to radio will secure it to the ladder line and join the stub and ladder line together</a:t>
            </a:r>
            <a:endParaRPr b="0" lang="en-US" sz="2800" spc="-1" strike="noStrike">
              <a:solidFill>
                <a:schemeClr val="dk1"/>
              </a:solidFill>
              <a:latin typeface="Aptos"/>
            </a:endParaRPr>
          </a:p>
        </p:txBody>
      </p:sp>
      <p:pic>
        <p:nvPicPr>
          <p:cNvPr id="49" name="Picture 123" descr=""/>
          <p:cNvPicPr/>
          <p:nvPr/>
        </p:nvPicPr>
        <p:blipFill>
          <a:blip r:embed="rId1"/>
          <a:stretch/>
        </p:blipFill>
        <p:spPr>
          <a:xfrm>
            <a:off x="914400" y="1828800"/>
            <a:ext cx="4531320" cy="4342320"/>
          </a:xfrm>
          <a:prstGeom prst="rect">
            <a:avLst/>
          </a:prstGeom>
          <a:ln w="0">
            <a:noFill/>
          </a:ln>
        </p:spPr>
      </p:pic>
      <p:sp>
        <p:nvSpPr>
          <p:cNvPr id="50" name="Rectangle 1"/>
          <p:cNvSpPr/>
          <p:nvPr/>
        </p:nvSpPr>
        <p:spPr>
          <a:xfrm>
            <a:off x="2999160" y="2779920"/>
            <a:ext cx="465120" cy="116928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51" name="Rectangle 6"/>
          <p:cNvSpPr/>
          <p:nvPr/>
        </p:nvSpPr>
        <p:spPr>
          <a:xfrm>
            <a:off x="2947320" y="4742640"/>
            <a:ext cx="465120" cy="116928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4" name="PlaceHolder 3"/>
          <p:cNvSpPr>
            <a:spLocks noGrp="1"/>
          </p:cNvSpPr>
          <p:nvPr>
            <p:ph type="ftr" idx="4"/>
          </p:nvPr>
        </p:nvSpPr>
        <p:spPr/>
        <p:txBody>
          <a:bodyPr/>
          <a:p>
            <a:r>
              <a:t>Warren County KY ARES • KQ4TIV Emergency Coordinator</a:t>
            </a:r>
          </a:p>
        </p:txBody>
      </p:sp>
      <p:sp>
        <p:nvSpPr>
          <p:cNvPr id="5" name="PlaceHolder 4"/>
          <p:cNvSpPr>
            <a:spLocks noGrp="1"/>
          </p:cNvSpPr>
          <p:nvPr>
            <p:ph type="sldNum" idx="5"/>
          </p:nvPr>
        </p:nvSpPr>
        <p:spPr/>
        <p:txBody>
          <a:bodyPr/>
          <a:p>
            <a:fld id="{939BFCDA-3973-4B86-BC4C-C83E0D2B419D}" type="slidenum">
              <a:t>4</a:t>
            </a:fld>
          </a:p>
        </p:txBody>
      </p:sp>
      <p:sp>
        <p:nvSpPr>
          <p:cNvPr id="6" name="PlaceHolder 5"/>
          <p:cNvSpPr>
            <a:spLocks noGrp="1"/>
          </p:cNvSpPr>
          <p:nvPr>
            <p:ph type="dt" idx="6"/>
          </p:nvPr>
        </p:nvSpPr>
        <p:spPr/>
        <p:txBody>
          <a:bodyPr/>
          <a:p>
            <a:fld id="{211A93EA-A6A3-4159-8AF0-14F961C148E9}" type="datetime1">
              <a:rPr lang="en-US"/>
              <a:t>09/21/2026</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defTabSz="914400">
              <a:lnSpc>
                <a:spcPct val="90000"/>
              </a:lnSpc>
              <a:buNone/>
              <a:tabLst>
                <a:tab algn="l" pos="0"/>
              </a:tabLst>
            </a:pPr>
            <a:r>
              <a:rPr b="0" lang="en-US" sz="4400" spc="-1" strike="noStrike">
                <a:solidFill>
                  <a:schemeClr val="dk1"/>
                </a:solidFill>
                <a:latin typeface="Aptos Display"/>
              </a:rPr>
              <a:t>Radiograms</a:t>
            </a:r>
            <a:endParaRPr b="0" lang="en-US" sz="4400" spc="-1" strike="noStrike">
              <a:solidFill>
                <a:schemeClr val="dk1"/>
              </a:solidFill>
              <a:latin typeface="Aptos"/>
            </a:endParaRPr>
          </a:p>
        </p:txBody>
      </p:sp>
      <p:sp>
        <p:nvSpPr>
          <p:cNvPr id="53" name="PlaceHolder 2"/>
          <p:cNvSpPr>
            <a:spLocks noGrp="1"/>
          </p:cNvSpPr>
          <p:nvPr>
            <p:ph/>
          </p:nvPr>
        </p:nvSpPr>
        <p:spPr>
          <a:xfrm>
            <a:off x="838080" y="1825560"/>
            <a:ext cx="10514160" cy="43498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What is a Radiogram?</a:t>
            </a:r>
            <a:endParaRPr b="0" lang="en-US" sz="2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Radiograms are a method of communicating formal messages using a standardized format and handling procedure.  They are used when exact wording, reliable relay through multiple operators, documented delivery, or accountability is important.  Each relay operator copies and forwards the message without altering its content.</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Created in 1914 as a method of transmitting messages from ship to shore and beyond.  Amateurs started utilizing the method in the 20s and 40s to transmit messages for the general public, but amateur radios of the time were very power limited, requiring messages to be passed through relay stations.  Hence, the method puts the </a:t>
            </a:r>
            <a:r>
              <a:rPr b="1" lang="en-US" sz="2000" spc="-1" strike="noStrike">
                <a:solidFill>
                  <a:schemeClr val="dk1"/>
                </a:solidFill>
                <a:latin typeface="Aptos"/>
              </a:rPr>
              <a:t>RELAY</a:t>
            </a:r>
            <a:r>
              <a:rPr b="0" lang="en-US" sz="2000" spc="-1" strike="noStrike">
                <a:solidFill>
                  <a:schemeClr val="dk1"/>
                </a:solidFill>
                <a:latin typeface="Aptos"/>
              </a:rPr>
              <a:t> in American Radio Relay League.</a:t>
            </a:r>
            <a:endParaRPr b="0" lang="en-US" sz="2000" spc="-1" strike="noStrike">
              <a:solidFill>
                <a:schemeClr val="dk1"/>
              </a:solidFill>
              <a:latin typeface="Aptos"/>
            </a:endParaRPr>
          </a:p>
        </p:txBody>
      </p:sp>
      <p:sp>
        <p:nvSpPr>
          <p:cNvPr id="4" name="PlaceHolder 3"/>
          <p:cNvSpPr>
            <a:spLocks noGrp="1"/>
          </p:cNvSpPr>
          <p:nvPr>
            <p:ph type="ftr" idx="4"/>
          </p:nvPr>
        </p:nvSpPr>
        <p:spPr/>
        <p:txBody>
          <a:bodyPr/>
          <a:p>
            <a:r>
              <a:t>Warren County KY ARES • KQ4TIV Emergency Coordinator</a:t>
            </a:r>
          </a:p>
        </p:txBody>
      </p:sp>
      <p:sp>
        <p:nvSpPr>
          <p:cNvPr id="5" name="PlaceHolder 4"/>
          <p:cNvSpPr>
            <a:spLocks noGrp="1"/>
          </p:cNvSpPr>
          <p:nvPr>
            <p:ph type="sldNum" idx="5"/>
          </p:nvPr>
        </p:nvSpPr>
        <p:spPr/>
        <p:txBody>
          <a:bodyPr/>
          <a:p>
            <a:fld id="{EBD91418-2D96-48E0-8F6F-27674B1DA9EE}" type="slidenum">
              <a:t>5</a:t>
            </a:fld>
          </a:p>
        </p:txBody>
      </p:sp>
      <p:sp>
        <p:nvSpPr>
          <p:cNvPr id="6" name="PlaceHolder 5"/>
          <p:cNvSpPr>
            <a:spLocks noGrp="1"/>
          </p:cNvSpPr>
          <p:nvPr>
            <p:ph type="dt" idx="6"/>
          </p:nvPr>
        </p:nvSpPr>
        <p:spPr/>
        <p:txBody>
          <a:bodyPr/>
          <a:p>
            <a:fld id="{B5F58C5F-5152-4DD7-94CB-765AB26AC138}" type="datetime1">
              <a:rPr lang="en-US"/>
              <a:t>09/21/2026</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defTabSz="914400">
              <a:lnSpc>
                <a:spcPct val="90000"/>
              </a:lnSpc>
              <a:buNone/>
              <a:tabLst>
                <a:tab algn="l" pos="0"/>
              </a:tabLst>
            </a:pPr>
            <a:r>
              <a:rPr b="0" lang="en-US" sz="4400" spc="-1" strike="noStrike">
                <a:solidFill>
                  <a:schemeClr val="dk1"/>
                </a:solidFill>
                <a:latin typeface="Aptos Display"/>
              </a:rPr>
              <a:t>Radiograms</a:t>
            </a:r>
            <a:endParaRPr b="0" lang="en-US" sz="4400" spc="-1" strike="noStrike">
              <a:solidFill>
                <a:schemeClr val="dk1"/>
              </a:solidFill>
              <a:latin typeface="Aptos"/>
            </a:endParaRPr>
          </a:p>
        </p:txBody>
      </p:sp>
      <p:sp>
        <p:nvSpPr>
          <p:cNvPr id="55" name="PlaceHolder 2"/>
          <p:cNvSpPr>
            <a:spLocks noGrp="1"/>
          </p:cNvSpPr>
          <p:nvPr>
            <p:ph/>
          </p:nvPr>
        </p:nvSpPr>
        <p:spPr>
          <a:xfrm>
            <a:off x="838080" y="1825560"/>
            <a:ext cx="10514160" cy="4349880"/>
          </a:xfrm>
          <a:prstGeom prst="rect">
            <a:avLst/>
          </a:prstGeom>
          <a:noFill/>
          <a:ln w="0">
            <a:noFill/>
          </a:ln>
        </p:spPr>
        <p:txBody>
          <a:bodyPr lIns="0" rIns="0" tIns="0" bIns="0" anchor="t">
            <a:normAutofit fontScale="66770"/>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When to use them</a:t>
            </a:r>
            <a:endParaRPr b="0" lang="en-US" sz="2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Exact wording must be preserved</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Message may pass through multiple operators or nets</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Recipient is not immediately available</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Delivery and acknowledgment must be documented</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Message is a formal report, request, notification, or welfare inquiry</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Traffic may need to move outside the local ARES network through NTS</a:t>
            </a:r>
            <a:endParaRPr b="0" lang="en-US" sz="2000" spc="-1" strike="noStrike">
              <a:solidFill>
                <a:schemeClr val="dk1"/>
              </a:solidFill>
              <a:latin typeface="Aptos"/>
            </a:endParaRPr>
          </a:p>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Examples</a:t>
            </a:r>
            <a:endParaRPr b="0" lang="en-US" sz="2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Monthly ARES net reports to Section Traffic Manager</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Formal request for supplies</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Welfare traffic outside the affected area</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Official notifications requiring verbatim repeating</a:t>
            </a:r>
            <a:endParaRPr b="0" lang="en-US" sz="2000" spc="-1" strike="noStrike">
              <a:solidFill>
                <a:schemeClr val="dk1"/>
              </a:solidFill>
              <a:latin typeface="Aptos"/>
            </a:endParaRPr>
          </a:p>
        </p:txBody>
      </p:sp>
      <p:sp>
        <p:nvSpPr>
          <p:cNvPr id="4" name="PlaceHolder 3"/>
          <p:cNvSpPr>
            <a:spLocks noGrp="1"/>
          </p:cNvSpPr>
          <p:nvPr>
            <p:ph type="ftr" idx="4"/>
          </p:nvPr>
        </p:nvSpPr>
        <p:spPr/>
        <p:txBody>
          <a:bodyPr/>
          <a:p>
            <a:r>
              <a:t>Warren County KY ARES • KQ4TIV Emergency Coordinator</a:t>
            </a:r>
          </a:p>
        </p:txBody>
      </p:sp>
      <p:sp>
        <p:nvSpPr>
          <p:cNvPr id="5" name="PlaceHolder 4"/>
          <p:cNvSpPr>
            <a:spLocks noGrp="1"/>
          </p:cNvSpPr>
          <p:nvPr>
            <p:ph type="sldNum" idx="5"/>
          </p:nvPr>
        </p:nvSpPr>
        <p:spPr/>
        <p:txBody>
          <a:bodyPr/>
          <a:p>
            <a:fld id="{FEBC8001-82F9-44EF-BDDF-B3F82011F167}" type="slidenum">
              <a:t>6</a:t>
            </a:fld>
          </a:p>
        </p:txBody>
      </p:sp>
      <p:sp>
        <p:nvSpPr>
          <p:cNvPr id="6" name="PlaceHolder 5"/>
          <p:cNvSpPr>
            <a:spLocks noGrp="1"/>
          </p:cNvSpPr>
          <p:nvPr>
            <p:ph type="dt" idx="6"/>
          </p:nvPr>
        </p:nvSpPr>
        <p:spPr/>
        <p:txBody>
          <a:bodyPr/>
          <a:p>
            <a:fld id="{E406AF52-EE2F-42B5-AF2E-B43AFD5A0EB4}" type="datetime1">
              <a:rPr lang="en-US"/>
              <a:t>09/21/2026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defTabSz="914400">
              <a:lnSpc>
                <a:spcPct val="90000"/>
              </a:lnSpc>
              <a:buNone/>
              <a:tabLst>
                <a:tab algn="l" pos="0"/>
              </a:tabLst>
            </a:pPr>
            <a:r>
              <a:rPr b="0" lang="en-US" sz="4400" spc="-1" strike="noStrike">
                <a:solidFill>
                  <a:schemeClr val="dk1"/>
                </a:solidFill>
                <a:latin typeface="Aptos Display"/>
              </a:rPr>
              <a:t>Radiograms</a:t>
            </a:r>
            <a:endParaRPr b="0" lang="en-US" sz="4400" spc="-1" strike="noStrike">
              <a:solidFill>
                <a:schemeClr val="dk1"/>
              </a:solidFill>
              <a:latin typeface="Aptos"/>
            </a:endParaRPr>
          </a:p>
        </p:txBody>
      </p:sp>
      <p:sp>
        <p:nvSpPr>
          <p:cNvPr id="57" name="PlaceHolder 2"/>
          <p:cNvSpPr>
            <a:spLocks noGrp="1"/>
          </p:cNvSpPr>
          <p:nvPr>
            <p:ph/>
          </p:nvPr>
        </p:nvSpPr>
        <p:spPr>
          <a:xfrm>
            <a:off x="838080" y="1825560"/>
            <a:ext cx="10514160" cy="4349880"/>
          </a:xfrm>
          <a:prstGeom prst="rect">
            <a:avLst/>
          </a:prstGeom>
          <a:noFill/>
          <a:ln w="0">
            <a:noFill/>
          </a:ln>
        </p:spPr>
        <p:txBody>
          <a:bodyPr lIns="0" rIns="0" tIns="0" bIns="0" anchor="t">
            <a:normAutofit fontScale="90336"/>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When NOT to use them</a:t>
            </a:r>
            <a:endParaRPr b="0" lang="en-US" sz="2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Life-safety message</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Requires parties to ask questions/conversation</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Exact wording not important</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Recipient is available in real time</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Delaying message delivery would be harmful</a:t>
            </a:r>
            <a:endParaRPr b="0" lang="en-US" sz="2000" spc="-1" strike="noStrike">
              <a:solidFill>
                <a:schemeClr val="dk1"/>
              </a:solidFill>
              <a:latin typeface="Aptos"/>
            </a:endParaRPr>
          </a:p>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Examples</a:t>
            </a:r>
            <a:endParaRPr b="0" lang="en-US" sz="2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a:t>
            </a:r>
            <a:r>
              <a:rPr b="0" lang="en-US" sz="2000" spc="-1" strike="noStrike">
                <a:solidFill>
                  <a:schemeClr val="dk1"/>
                </a:solidFill>
                <a:latin typeface="Aptos"/>
              </a:rPr>
              <a:t>Send another shelter worker to the west entrance”</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a:t>
            </a:r>
            <a:r>
              <a:rPr b="0" lang="en-US" sz="2000" spc="-1" strike="noStrike">
                <a:solidFill>
                  <a:schemeClr val="dk1"/>
                </a:solidFill>
                <a:latin typeface="Aptos"/>
              </a:rPr>
              <a:t>Supply truck has arrived”</a:t>
            </a:r>
            <a:endParaRPr b="0" lang="en-US" sz="20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Coordinating frequencies, assignments, arrival times, or equipment</a:t>
            </a:r>
            <a:endParaRPr b="0" lang="en-US" sz="2000" spc="-1" strike="noStrike">
              <a:solidFill>
                <a:schemeClr val="dk1"/>
              </a:solidFill>
              <a:latin typeface="Aptos"/>
            </a:endParaRPr>
          </a:p>
        </p:txBody>
      </p:sp>
      <p:sp>
        <p:nvSpPr>
          <p:cNvPr id="4" name="PlaceHolder 3"/>
          <p:cNvSpPr>
            <a:spLocks noGrp="1"/>
          </p:cNvSpPr>
          <p:nvPr>
            <p:ph type="ftr" idx="4"/>
          </p:nvPr>
        </p:nvSpPr>
        <p:spPr/>
        <p:txBody>
          <a:bodyPr/>
          <a:p>
            <a:r>
              <a:t>Warren County KY ARES • KQ4TIV Emergency Coordinator</a:t>
            </a:r>
          </a:p>
        </p:txBody>
      </p:sp>
      <p:sp>
        <p:nvSpPr>
          <p:cNvPr id="5" name="PlaceHolder 4"/>
          <p:cNvSpPr>
            <a:spLocks noGrp="1"/>
          </p:cNvSpPr>
          <p:nvPr>
            <p:ph type="sldNum" idx="5"/>
          </p:nvPr>
        </p:nvSpPr>
        <p:spPr/>
        <p:txBody>
          <a:bodyPr/>
          <a:p>
            <a:fld id="{DBE70D15-EF94-4850-8950-68B89E0100C7}" type="slidenum">
              <a:t>7</a:t>
            </a:fld>
          </a:p>
        </p:txBody>
      </p:sp>
      <p:sp>
        <p:nvSpPr>
          <p:cNvPr id="6" name="PlaceHolder 5"/>
          <p:cNvSpPr>
            <a:spLocks noGrp="1"/>
          </p:cNvSpPr>
          <p:nvPr>
            <p:ph type="dt" idx="6"/>
          </p:nvPr>
        </p:nvSpPr>
        <p:spPr/>
        <p:txBody>
          <a:bodyPr/>
          <a:p>
            <a:fld id="{ED07E94D-1AC9-4315-AC85-1FEC71479138}" type="datetime1">
              <a:rPr lang="en-US"/>
              <a:t>09/21/2026</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defTabSz="914400">
              <a:lnSpc>
                <a:spcPct val="90000"/>
              </a:lnSpc>
              <a:buNone/>
              <a:tabLst>
                <a:tab algn="l" pos="0"/>
              </a:tabLst>
            </a:pPr>
            <a:r>
              <a:rPr b="0" lang="en-US" sz="4400" spc="-1" strike="noStrike">
                <a:solidFill>
                  <a:schemeClr val="dk1"/>
                </a:solidFill>
                <a:latin typeface="Aptos Display"/>
              </a:rPr>
              <a:t>Radiograms</a:t>
            </a:r>
            <a:endParaRPr b="0" lang="en-US" sz="4400" spc="-1" strike="noStrike">
              <a:solidFill>
                <a:schemeClr val="dk1"/>
              </a:solidFill>
              <a:latin typeface="Aptos"/>
            </a:endParaRPr>
          </a:p>
        </p:txBody>
      </p:sp>
      <p:sp>
        <p:nvSpPr>
          <p:cNvPr id="59" name="PlaceHolder 2"/>
          <p:cNvSpPr>
            <a:spLocks noGrp="1"/>
          </p:cNvSpPr>
          <p:nvPr>
            <p:ph/>
          </p:nvPr>
        </p:nvSpPr>
        <p:spPr>
          <a:xfrm>
            <a:off x="687240" y="1593720"/>
            <a:ext cx="10514160" cy="4349880"/>
          </a:xfrm>
          <a:prstGeom prst="rect">
            <a:avLst/>
          </a:prstGeom>
          <a:noFill/>
          <a:ln w="0">
            <a:noFill/>
          </a:ln>
        </p:spPr>
        <p:txBody>
          <a:bodyPr lIns="0" rIns="0" tIns="0" bIns="0" anchor="t">
            <a:normAutofit/>
          </a:bodyPr>
          <a:p>
            <a:pPr marL="432000" indent="0">
              <a:lnSpc>
                <a:spcPct val="90000"/>
              </a:lnSpc>
              <a:spcBef>
                <a:spcPts val="1417"/>
              </a:spcBef>
              <a:buNone/>
            </a:pPr>
            <a:r>
              <a:rPr b="0" lang="en-US" sz="2800" spc="-1" strike="noStrike">
                <a:solidFill>
                  <a:schemeClr val="dk1"/>
                </a:solidFill>
                <a:latin typeface="Aptos"/>
              </a:rPr>
              <a:t>The Document</a:t>
            </a:r>
            <a:endParaRPr b="0" lang="en-US" sz="2800" spc="-1" strike="noStrike">
              <a:solidFill>
                <a:schemeClr val="dk1"/>
              </a:solidFill>
              <a:latin typeface="Aptos"/>
            </a:endParaRPr>
          </a:p>
        </p:txBody>
      </p:sp>
      <p:pic>
        <p:nvPicPr>
          <p:cNvPr id="60" name="" descr=""/>
          <p:cNvPicPr/>
          <p:nvPr/>
        </p:nvPicPr>
        <p:blipFill>
          <a:blip r:embed="rId1"/>
          <a:stretch/>
        </p:blipFill>
        <p:spPr>
          <a:xfrm>
            <a:off x="3167640" y="2057400"/>
            <a:ext cx="6433560" cy="4285080"/>
          </a:xfrm>
          <a:prstGeom prst="rect">
            <a:avLst/>
          </a:prstGeom>
          <a:ln w="73080">
            <a:noFill/>
          </a:ln>
        </p:spPr>
      </p:pic>
      <p:sp>
        <p:nvSpPr>
          <p:cNvPr id="61" name=""/>
          <p:cNvSpPr/>
          <p:nvPr/>
        </p:nvSpPr>
        <p:spPr>
          <a:xfrm>
            <a:off x="3108960" y="2904480"/>
            <a:ext cx="6492240" cy="351000"/>
          </a:xfrm>
          <a:prstGeom prst="rect">
            <a:avLst/>
          </a:prstGeom>
          <a:noFill/>
          <a:ln w="36720">
            <a:solidFill>
              <a:srgbClr val="800080"/>
            </a:solidFill>
            <a:round/>
          </a:ln>
        </p:spPr>
        <p:style>
          <a:lnRef idx="0"/>
          <a:fillRef idx="0"/>
          <a:effectRef idx="0"/>
          <a:fontRef idx="minor"/>
        </p:style>
        <p:txBody>
          <a:bodyPr lIns="72000" rIns="72000" tIns="27000" bIns="27000" anchor="ctr">
            <a:noAutofit/>
          </a:bodyPr>
          <a:p>
            <a:endParaRPr b="0" lang="en-US" sz="1800" spc="-1" strike="noStrike">
              <a:solidFill>
                <a:srgbClr val="000000"/>
              </a:solidFill>
              <a:latin typeface="Arial"/>
            </a:endParaRPr>
          </a:p>
        </p:txBody>
      </p:sp>
      <p:sp>
        <p:nvSpPr>
          <p:cNvPr id="62" name=""/>
          <p:cNvSpPr/>
          <p:nvPr/>
        </p:nvSpPr>
        <p:spPr>
          <a:xfrm>
            <a:off x="3108960" y="3315600"/>
            <a:ext cx="2817000" cy="798840"/>
          </a:xfrm>
          <a:prstGeom prst="rect">
            <a:avLst/>
          </a:prstGeom>
          <a:noFill/>
          <a:ln w="36720">
            <a:solidFill>
              <a:srgbClr val="ff8000"/>
            </a:solidFill>
            <a:round/>
          </a:ln>
        </p:spPr>
        <p:style>
          <a:lnRef idx="0"/>
          <a:fillRef idx="0"/>
          <a:effectRef idx="0"/>
          <a:fontRef idx="minor"/>
        </p:style>
        <p:txBody>
          <a:bodyPr lIns="72000" rIns="72000" tIns="27000" bIns="27000" anchor="ctr">
            <a:noAutofit/>
          </a:bodyPr>
          <a:p>
            <a:endParaRPr b="0" lang="en-US" sz="1800" spc="-1" strike="noStrike">
              <a:solidFill>
                <a:srgbClr val="000000"/>
              </a:solidFill>
              <a:latin typeface="Arial"/>
            </a:endParaRPr>
          </a:p>
        </p:txBody>
      </p:sp>
      <p:sp>
        <p:nvSpPr>
          <p:cNvPr id="63" name=""/>
          <p:cNvSpPr/>
          <p:nvPr/>
        </p:nvSpPr>
        <p:spPr>
          <a:xfrm>
            <a:off x="5980680" y="3294720"/>
            <a:ext cx="3333600" cy="796320"/>
          </a:xfrm>
          <a:prstGeom prst="rect">
            <a:avLst/>
          </a:prstGeom>
          <a:noFill/>
          <a:ln w="36720">
            <a:solidFill>
              <a:srgbClr val="5eb91e"/>
            </a:solidFill>
            <a:round/>
          </a:ln>
        </p:spPr>
        <p:style>
          <a:lnRef idx="0"/>
          <a:fillRef idx="0"/>
          <a:effectRef idx="0"/>
          <a:fontRef idx="minor"/>
        </p:style>
        <p:txBody>
          <a:bodyPr lIns="72000" rIns="72000" tIns="27000" bIns="27000" anchor="ctr">
            <a:noAutofit/>
          </a:bodyPr>
          <a:p>
            <a:endParaRPr b="0" lang="en-US" sz="1800" spc="-1" strike="noStrike">
              <a:solidFill>
                <a:srgbClr val="000000"/>
              </a:solidFill>
              <a:latin typeface="Arial"/>
            </a:endParaRPr>
          </a:p>
        </p:txBody>
      </p:sp>
      <p:sp>
        <p:nvSpPr>
          <p:cNvPr id="64" name=""/>
          <p:cNvSpPr/>
          <p:nvPr/>
        </p:nvSpPr>
        <p:spPr>
          <a:xfrm>
            <a:off x="3108960" y="4114440"/>
            <a:ext cx="6166440" cy="1171080"/>
          </a:xfrm>
          <a:prstGeom prst="rect">
            <a:avLst/>
          </a:prstGeom>
          <a:noFill/>
          <a:ln w="36720">
            <a:solidFill>
              <a:srgbClr val="e16173"/>
            </a:solidFill>
            <a:round/>
          </a:ln>
        </p:spPr>
        <p:style>
          <a:lnRef idx="0"/>
          <a:fillRef idx="0"/>
          <a:effectRef idx="0"/>
          <a:fontRef idx="minor"/>
        </p:style>
        <p:txBody>
          <a:bodyPr lIns="72000" rIns="72000" tIns="27000" bIns="27000" anchor="ctr">
            <a:noAutofit/>
          </a:bodyPr>
          <a:p>
            <a:endParaRPr b="0" lang="en-US" sz="1800" spc="-1" strike="noStrike">
              <a:solidFill>
                <a:srgbClr val="000000"/>
              </a:solidFill>
              <a:latin typeface="Arial"/>
            </a:endParaRPr>
          </a:p>
        </p:txBody>
      </p:sp>
      <p:sp>
        <p:nvSpPr>
          <p:cNvPr id="65" name=""/>
          <p:cNvSpPr/>
          <p:nvPr/>
        </p:nvSpPr>
        <p:spPr>
          <a:xfrm>
            <a:off x="3099600" y="5321520"/>
            <a:ext cx="6175800" cy="346680"/>
          </a:xfrm>
          <a:prstGeom prst="rect">
            <a:avLst/>
          </a:prstGeom>
          <a:noFill/>
          <a:ln w="36720">
            <a:solidFill>
              <a:srgbClr val="3465a4"/>
            </a:solidFill>
            <a:round/>
          </a:ln>
        </p:spPr>
        <p:style>
          <a:lnRef idx="0"/>
          <a:fillRef idx="0"/>
          <a:effectRef idx="0"/>
          <a:fontRef idx="minor"/>
        </p:style>
        <p:txBody>
          <a:bodyPr lIns="72000" rIns="72000" tIns="27000" bIns="27000" anchor="ctr">
            <a:noAutofit/>
          </a:bodyPr>
          <a:p>
            <a:endParaRPr b="0" lang="en-US" sz="1800" spc="-1" strike="noStrike">
              <a:solidFill>
                <a:srgbClr val="000000"/>
              </a:solidFill>
              <a:latin typeface="Arial"/>
            </a:endParaRPr>
          </a:p>
        </p:txBody>
      </p:sp>
      <p:sp>
        <p:nvSpPr>
          <p:cNvPr id="66" name=""/>
          <p:cNvSpPr/>
          <p:nvPr/>
        </p:nvSpPr>
        <p:spPr>
          <a:xfrm>
            <a:off x="3425400" y="5168520"/>
            <a:ext cx="2242800" cy="117000"/>
          </a:xfrm>
          <a:prstGeom prst="rect">
            <a:avLst/>
          </a:prstGeom>
          <a:noFill/>
          <a:ln w="36720">
            <a:solidFill>
              <a:srgbClr val="ff0000"/>
            </a:solidFill>
            <a:round/>
          </a:ln>
        </p:spPr>
        <p:style>
          <a:lnRef idx="0"/>
          <a:fillRef idx="0"/>
          <a:effectRef idx="0"/>
          <a:fontRef idx="minor"/>
        </p:style>
        <p:txBody>
          <a:bodyPr lIns="72000" rIns="72000" tIns="27000" bIns="27000" anchor="ctr">
            <a:noAutofit/>
          </a:bodyPr>
          <a:p>
            <a:endParaRPr b="0" lang="en-US" sz="1800" spc="-1" strike="noStrike">
              <a:solidFill>
                <a:srgbClr val="000000"/>
              </a:solidFill>
              <a:latin typeface="Arial"/>
            </a:endParaRPr>
          </a:p>
        </p:txBody>
      </p:sp>
      <p:sp>
        <p:nvSpPr>
          <p:cNvPr id="67" name=""/>
          <p:cNvSpPr txBox="1"/>
          <p:nvPr/>
        </p:nvSpPr>
        <p:spPr>
          <a:xfrm>
            <a:off x="1015200" y="2857320"/>
            <a:ext cx="1779840" cy="382680"/>
          </a:xfrm>
          <a:prstGeom prst="rect">
            <a:avLst/>
          </a:prstGeom>
          <a:noFill/>
          <a:ln w="73080">
            <a:noFill/>
          </a:ln>
        </p:spPr>
        <p:txBody>
          <a:bodyPr lIns="90000" rIns="90000" tIns="45000" bIns="45000" anchor="t">
            <a:noAutofit/>
          </a:bodyPr>
          <a:p>
            <a:r>
              <a:rPr b="0" lang="en-US" sz="1800" spc="-1" strike="noStrike">
                <a:solidFill>
                  <a:srgbClr val="55308d"/>
                </a:solidFill>
                <a:latin typeface="Arial"/>
              </a:rPr>
              <a:t>Preamble</a:t>
            </a:r>
            <a:endParaRPr b="0" lang="en-US" sz="1800" spc="-1" strike="noStrike">
              <a:solidFill>
                <a:srgbClr val="55308d"/>
              </a:solidFill>
              <a:latin typeface="Arial"/>
            </a:endParaRPr>
          </a:p>
        </p:txBody>
      </p:sp>
      <p:sp>
        <p:nvSpPr>
          <p:cNvPr id="68" name=""/>
          <p:cNvSpPr txBox="1"/>
          <p:nvPr/>
        </p:nvSpPr>
        <p:spPr>
          <a:xfrm>
            <a:off x="968400" y="3482280"/>
            <a:ext cx="1779840" cy="382680"/>
          </a:xfrm>
          <a:prstGeom prst="rect">
            <a:avLst/>
          </a:prstGeom>
          <a:noFill/>
          <a:ln w="73080">
            <a:noFill/>
          </a:ln>
        </p:spPr>
        <p:txBody>
          <a:bodyPr lIns="90000" rIns="90000" tIns="45000" bIns="45000" anchor="t">
            <a:noAutofit/>
          </a:bodyPr>
          <a:p>
            <a:r>
              <a:rPr b="0" lang="en-US" sz="1800" spc="-1" strike="noStrike">
                <a:solidFill>
                  <a:srgbClr val="ff860d"/>
                </a:solidFill>
                <a:latin typeface="Arial"/>
              </a:rPr>
              <a:t>Addressee</a:t>
            </a:r>
            <a:endParaRPr b="0" lang="en-US" sz="1800" spc="-1" strike="noStrike">
              <a:solidFill>
                <a:srgbClr val="ff860d"/>
              </a:solidFill>
              <a:latin typeface="Arial"/>
            </a:endParaRPr>
          </a:p>
        </p:txBody>
      </p:sp>
      <p:sp>
        <p:nvSpPr>
          <p:cNvPr id="69" name=""/>
          <p:cNvSpPr txBox="1"/>
          <p:nvPr/>
        </p:nvSpPr>
        <p:spPr>
          <a:xfrm>
            <a:off x="1054080" y="3992760"/>
            <a:ext cx="1779840" cy="941400"/>
          </a:xfrm>
          <a:prstGeom prst="rect">
            <a:avLst/>
          </a:prstGeom>
          <a:noFill/>
          <a:ln w="73080">
            <a:noFill/>
          </a:ln>
        </p:spPr>
        <p:txBody>
          <a:bodyPr lIns="90000" rIns="90000" tIns="45000" bIns="45000" anchor="t">
            <a:noAutofit/>
          </a:bodyPr>
          <a:p>
            <a:r>
              <a:rPr b="0" lang="en-US" sz="1800" spc="-1" strike="noStrike">
                <a:solidFill>
                  <a:srgbClr val="e16173"/>
                </a:solidFill>
                <a:latin typeface="Arial"/>
              </a:rPr>
              <a:t>Message Text</a:t>
            </a:r>
            <a:endParaRPr b="0" lang="en-US" sz="1800" spc="-1" strike="noStrike">
              <a:solidFill>
                <a:srgbClr val="e16173"/>
              </a:solidFill>
              <a:latin typeface="Arial"/>
            </a:endParaRPr>
          </a:p>
          <a:p>
            <a:r>
              <a:rPr b="0" i="1" lang="en-US" sz="1400" spc="-1" strike="noStrike">
                <a:solidFill>
                  <a:srgbClr val="e16173"/>
                </a:solidFill>
                <a:latin typeface="Arial"/>
              </a:rPr>
              <a:t>(1 word/line, 25 words, includes punctuation)</a:t>
            </a:r>
            <a:endParaRPr b="0" lang="en-US" sz="1400" spc="-1" strike="noStrike">
              <a:solidFill>
                <a:srgbClr val="e16173"/>
              </a:solidFill>
              <a:latin typeface="Arial"/>
            </a:endParaRPr>
          </a:p>
        </p:txBody>
      </p:sp>
      <p:sp>
        <p:nvSpPr>
          <p:cNvPr id="70" name=""/>
          <p:cNvSpPr txBox="1"/>
          <p:nvPr/>
        </p:nvSpPr>
        <p:spPr>
          <a:xfrm>
            <a:off x="1030680" y="4982040"/>
            <a:ext cx="1779840" cy="382680"/>
          </a:xfrm>
          <a:prstGeom prst="rect">
            <a:avLst/>
          </a:prstGeom>
          <a:noFill/>
          <a:ln w="73080">
            <a:noFill/>
          </a:ln>
        </p:spPr>
        <p:txBody>
          <a:bodyPr lIns="90000" rIns="90000" tIns="45000" bIns="45000" anchor="t">
            <a:noAutofit/>
          </a:bodyPr>
          <a:p>
            <a:r>
              <a:rPr b="0" lang="en-US" sz="1800" spc="-1" strike="noStrike">
                <a:solidFill>
                  <a:srgbClr val="ff0000"/>
                </a:solidFill>
                <a:latin typeface="Arial"/>
              </a:rPr>
              <a:t>Signature</a:t>
            </a:r>
            <a:endParaRPr b="0" lang="en-US" sz="1800" spc="-1" strike="noStrike">
              <a:solidFill>
                <a:srgbClr val="ff0000"/>
              </a:solidFill>
              <a:latin typeface="Arial"/>
            </a:endParaRPr>
          </a:p>
        </p:txBody>
      </p:sp>
      <p:sp>
        <p:nvSpPr>
          <p:cNvPr id="71" name=""/>
          <p:cNvSpPr txBox="1"/>
          <p:nvPr/>
        </p:nvSpPr>
        <p:spPr>
          <a:xfrm>
            <a:off x="9720000" y="5341320"/>
            <a:ext cx="1779840" cy="602280"/>
          </a:xfrm>
          <a:prstGeom prst="rect">
            <a:avLst/>
          </a:prstGeom>
          <a:noFill/>
          <a:ln w="73080">
            <a:noFill/>
          </a:ln>
        </p:spPr>
        <p:txBody>
          <a:bodyPr lIns="90000" rIns="90000" tIns="45000" bIns="45000" anchor="t">
            <a:noAutofit/>
          </a:bodyPr>
          <a:p>
            <a:r>
              <a:rPr b="0" lang="en-US" sz="1800" spc="-1" strike="noStrike">
                <a:solidFill>
                  <a:srgbClr val="3465a4"/>
                </a:solidFill>
                <a:latin typeface="Arial"/>
              </a:rPr>
              <a:t>Received and Sent by</a:t>
            </a:r>
            <a:endParaRPr b="0" lang="en-US" sz="1800" spc="-1" strike="noStrike">
              <a:solidFill>
                <a:srgbClr val="3465a4"/>
              </a:solidFill>
              <a:latin typeface="Arial"/>
            </a:endParaRPr>
          </a:p>
        </p:txBody>
      </p:sp>
      <p:sp>
        <p:nvSpPr>
          <p:cNvPr id="72" name=""/>
          <p:cNvSpPr txBox="1"/>
          <p:nvPr/>
        </p:nvSpPr>
        <p:spPr>
          <a:xfrm>
            <a:off x="9462600" y="3358440"/>
            <a:ext cx="1779840" cy="800640"/>
          </a:xfrm>
          <a:prstGeom prst="rect">
            <a:avLst/>
          </a:prstGeom>
          <a:noFill/>
          <a:ln w="73080">
            <a:noFill/>
          </a:ln>
        </p:spPr>
        <p:txBody>
          <a:bodyPr lIns="90000" rIns="90000" tIns="45000" bIns="45000" anchor="t">
            <a:noAutofit/>
          </a:bodyPr>
          <a:p>
            <a:r>
              <a:rPr b="0" lang="en-US" sz="1800" spc="-1" strike="noStrike">
                <a:solidFill>
                  <a:srgbClr val="00a933"/>
                </a:solidFill>
                <a:latin typeface="Arial"/>
              </a:rPr>
              <a:t>Message received at</a:t>
            </a:r>
            <a:endParaRPr b="0" lang="en-US" sz="1800" spc="-1" strike="noStrike">
              <a:solidFill>
                <a:srgbClr val="00a933"/>
              </a:solidFill>
              <a:latin typeface="Arial"/>
            </a:endParaRPr>
          </a:p>
          <a:p>
            <a:r>
              <a:rPr b="0" i="1" lang="en-US" sz="1400" spc="-1" strike="noStrike">
                <a:solidFill>
                  <a:srgbClr val="00a933"/>
                </a:solidFill>
                <a:latin typeface="Arial"/>
              </a:rPr>
              <a:t>(almost never used)</a:t>
            </a:r>
            <a:endParaRPr b="0" lang="en-US" sz="1400" spc="-1" strike="noStrike">
              <a:solidFill>
                <a:srgbClr val="00a933"/>
              </a:solidFill>
              <a:latin typeface="Arial"/>
            </a:endParaRPr>
          </a:p>
        </p:txBody>
      </p:sp>
      <p:sp>
        <p:nvSpPr>
          <p:cNvPr id="4" name="PlaceHolder 3"/>
          <p:cNvSpPr>
            <a:spLocks noGrp="1"/>
          </p:cNvSpPr>
          <p:nvPr>
            <p:ph type="ftr" idx="4"/>
          </p:nvPr>
        </p:nvSpPr>
        <p:spPr/>
        <p:txBody>
          <a:bodyPr/>
          <a:p>
            <a:r>
              <a:t>Warren County KY ARES • KQ4TIV Emergency Coordinator</a:t>
            </a:r>
          </a:p>
        </p:txBody>
      </p:sp>
      <p:sp>
        <p:nvSpPr>
          <p:cNvPr id="5" name="PlaceHolder 4"/>
          <p:cNvSpPr>
            <a:spLocks noGrp="1"/>
          </p:cNvSpPr>
          <p:nvPr>
            <p:ph type="sldNum" idx="5"/>
          </p:nvPr>
        </p:nvSpPr>
        <p:spPr/>
        <p:txBody>
          <a:bodyPr/>
          <a:p>
            <a:fld id="{F53BC375-3761-4E49-9DDC-3CD4A44AEDFE}" type="slidenum">
              <a:t>8</a:t>
            </a:fld>
          </a:p>
        </p:txBody>
      </p:sp>
      <p:sp>
        <p:nvSpPr>
          <p:cNvPr id="6" name="PlaceHolder 5"/>
          <p:cNvSpPr>
            <a:spLocks noGrp="1"/>
          </p:cNvSpPr>
          <p:nvPr>
            <p:ph type="dt" idx="6"/>
          </p:nvPr>
        </p:nvSpPr>
        <p:spPr/>
        <p:txBody>
          <a:bodyPr/>
          <a:p>
            <a:fld id="{C278394A-BF8E-4FE8-B766-FD8AEAFBB1DB}" type="datetime1">
              <a:rPr lang="en-US"/>
              <a:t>09/21/2026</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defTabSz="914400">
              <a:lnSpc>
                <a:spcPct val="90000"/>
              </a:lnSpc>
              <a:buNone/>
              <a:tabLst>
                <a:tab algn="l" pos="0"/>
              </a:tabLst>
            </a:pPr>
            <a:r>
              <a:rPr b="0" lang="en-US" sz="4400" spc="-1" strike="noStrike">
                <a:solidFill>
                  <a:schemeClr val="dk1"/>
                </a:solidFill>
                <a:latin typeface="Aptos Display"/>
              </a:rPr>
              <a:t>Radiograms</a:t>
            </a:r>
            <a:endParaRPr b="0" lang="en-US" sz="4400" spc="-1" strike="noStrike">
              <a:solidFill>
                <a:schemeClr val="dk1"/>
              </a:solidFill>
              <a:latin typeface="Aptos"/>
            </a:endParaRPr>
          </a:p>
        </p:txBody>
      </p:sp>
      <p:sp>
        <p:nvSpPr>
          <p:cNvPr id="74" name="PlaceHolder 2"/>
          <p:cNvSpPr>
            <a:spLocks noGrp="1"/>
          </p:cNvSpPr>
          <p:nvPr>
            <p:ph/>
          </p:nvPr>
        </p:nvSpPr>
        <p:spPr>
          <a:xfrm>
            <a:off x="838080" y="1825560"/>
            <a:ext cx="10514160" cy="4349880"/>
          </a:xfrm>
          <a:prstGeom prst="rect">
            <a:avLst/>
          </a:prstGeom>
          <a:noFill/>
          <a:ln w="0">
            <a:noFill/>
          </a:ln>
        </p:spPr>
        <p:txBody>
          <a:bodyPr lIns="0" rIns="0" tIns="0" bIns="0" anchor="t">
            <a:normAutofit/>
          </a:bodyPr>
          <a:p>
            <a:pPr marL="432000" indent="0">
              <a:lnSpc>
                <a:spcPct val="90000"/>
              </a:lnSpc>
              <a:spcBef>
                <a:spcPts val="1417"/>
              </a:spcBef>
              <a:buNone/>
            </a:pPr>
            <a:r>
              <a:rPr b="0" lang="en-US" sz="2800" spc="-1" strike="noStrike">
                <a:solidFill>
                  <a:schemeClr val="dk1"/>
                </a:solidFill>
                <a:latin typeface="Aptos"/>
              </a:rPr>
              <a:t>When reading a Radiogram over phone, you will use very specific conventions which are designed to transmit the information correctly the first time</a:t>
            </a:r>
            <a:endParaRPr b="0" lang="en-US" sz="2800" spc="-1" strike="noStrike">
              <a:solidFill>
                <a:schemeClr val="dk1"/>
              </a:solidFill>
              <a:latin typeface="Aptos"/>
            </a:endParaRPr>
          </a:p>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Complicated/specific words and names</a:t>
            </a:r>
            <a:endParaRPr b="0" lang="en-US" sz="2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a:t>
            </a:r>
            <a:r>
              <a:rPr b="0" lang="en-US" sz="2000" spc="-1" strike="noStrike">
                <a:solidFill>
                  <a:schemeClr val="dk1"/>
                </a:solidFill>
                <a:latin typeface="Aptos"/>
              </a:rPr>
              <a:t>RADIOGRAM </a:t>
            </a:r>
            <a:r>
              <a:rPr b="0" i="1" lang="en-US" sz="2000" spc="-1" strike="noStrike">
                <a:solidFill>
                  <a:schemeClr val="dk1"/>
                </a:solidFill>
                <a:latin typeface="Aptos"/>
              </a:rPr>
              <a:t>I SPELL RADIO ALPHA DELTA INDIA OSCAR GERMANY RADIO ALPHA MIKE”</a:t>
            </a:r>
            <a:endParaRPr b="0" lang="en-US" sz="2000" spc="-1" strike="noStrike">
              <a:solidFill>
                <a:schemeClr val="dk1"/>
              </a:solidFill>
              <a:latin typeface="Aptos"/>
            </a:endParaRPr>
          </a:p>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Aptos"/>
              </a:rPr>
              <a:t>Numbers/Initials/Mixed Groups</a:t>
            </a:r>
            <a:endParaRPr b="0" lang="en-US" sz="2800" spc="-1" strike="noStrike">
              <a:solidFill>
                <a:schemeClr val="dk1"/>
              </a:solidFill>
              <a:latin typeface="Aptos"/>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Aptos"/>
              </a:rPr>
              <a:t>123 Somewhere St read </a:t>
            </a:r>
            <a:r>
              <a:rPr b="0" i="1" lang="en-US" sz="2000" spc="-1" strike="noStrike">
                <a:solidFill>
                  <a:schemeClr val="dk1"/>
                </a:solidFill>
                <a:latin typeface="Aptos"/>
              </a:rPr>
              <a:t>“FIGURES ONE TWO THREE SOMEWHERE INTIALS SIERRA TANGO”</a:t>
            </a:r>
            <a:endParaRPr b="0" lang="en-US" sz="2000" spc="-1" strike="noStrike">
              <a:solidFill>
                <a:schemeClr val="dk1"/>
              </a:solidFill>
              <a:latin typeface="Aptos"/>
            </a:endParaRPr>
          </a:p>
          <a:p>
            <a:pPr marL="432000" indent="0">
              <a:lnSpc>
                <a:spcPct val="90000"/>
              </a:lnSpc>
              <a:spcBef>
                <a:spcPts val="1417"/>
              </a:spcBef>
              <a:buNone/>
            </a:pPr>
            <a:r>
              <a:rPr b="0" i="1" lang="en-US" sz="2800" spc="-1" strike="noStrike">
                <a:solidFill>
                  <a:schemeClr val="dk1"/>
                </a:solidFill>
                <a:latin typeface="Aptos"/>
              </a:rPr>
              <a:t> </a:t>
            </a:r>
            <a:endParaRPr b="0" lang="en-US" sz="2800" spc="-1" strike="noStrike">
              <a:solidFill>
                <a:schemeClr val="dk1"/>
              </a:solidFill>
              <a:latin typeface="Aptos"/>
            </a:endParaRPr>
          </a:p>
        </p:txBody>
      </p:sp>
      <p:sp>
        <p:nvSpPr>
          <p:cNvPr id="4" name="PlaceHolder 3"/>
          <p:cNvSpPr>
            <a:spLocks noGrp="1"/>
          </p:cNvSpPr>
          <p:nvPr>
            <p:ph type="ftr" idx="4"/>
          </p:nvPr>
        </p:nvSpPr>
        <p:spPr/>
        <p:txBody>
          <a:bodyPr/>
          <a:p>
            <a:r>
              <a:t>Warren County KY ARES • KQ4TIV Emergency Coordinator</a:t>
            </a:r>
          </a:p>
        </p:txBody>
      </p:sp>
      <p:sp>
        <p:nvSpPr>
          <p:cNvPr id="5" name="PlaceHolder 4"/>
          <p:cNvSpPr>
            <a:spLocks noGrp="1"/>
          </p:cNvSpPr>
          <p:nvPr>
            <p:ph type="sldNum" idx="5"/>
          </p:nvPr>
        </p:nvSpPr>
        <p:spPr/>
        <p:txBody>
          <a:bodyPr/>
          <a:p>
            <a:fld id="{6CC1FA02-0020-4FB4-B3DF-522DBE6EC7F8}" type="slidenum">
              <a:t>9</a:t>
            </a:fld>
          </a:p>
        </p:txBody>
      </p:sp>
      <p:sp>
        <p:nvSpPr>
          <p:cNvPr id="6" name="PlaceHolder 5"/>
          <p:cNvSpPr>
            <a:spLocks noGrp="1"/>
          </p:cNvSpPr>
          <p:nvPr>
            <p:ph type="dt" idx="6"/>
          </p:nvPr>
        </p:nvSpPr>
        <p:spPr/>
        <p:txBody>
          <a:bodyPr/>
          <a:p>
            <a:fld id="{2BD86942-F6AD-448F-8D54-9BD9FBD988FE}" type="datetime1">
              <a:rPr lang="en-US"/>
              <a:t>09/21/2026</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365040"/>
            <a:ext cx="10514160" cy="1324080"/>
          </a:xfrm>
          <a:prstGeom prst="rect">
            <a:avLst/>
          </a:prstGeom>
          <a:noFill/>
          <a:ln w="0">
            <a:noFill/>
          </a:ln>
        </p:spPr>
        <p:txBody>
          <a:bodyPr lIns="0" rIns="0" tIns="0" bIns="0" anchor="ctr">
            <a:noAutofit/>
          </a:bodyPr>
          <a:p>
            <a:pPr indent="0" defTabSz="914400">
              <a:lnSpc>
                <a:spcPct val="90000"/>
              </a:lnSpc>
              <a:buNone/>
              <a:tabLst>
                <a:tab algn="l" pos="0"/>
              </a:tabLst>
            </a:pPr>
            <a:r>
              <a:rPr b="0" lang="en-US" sz="4400" spc="-1" strike="noStrike">
                <a:solidFill>
                  <a:schemeClr val="dk1"/>
                </a:solidFill>
                <a:latin typeface="Aptos Display"/>
              </a:rPr>
              <a:t>Radiograms</a:t>
            </a:r>
            <a:endParaRPr b="0" lang="en-US" sz="4400" spc="-1" strike="noStrike">
              <a:solidFill>
                <a:schemeClr val="dk1"/>
              </a:solidFill>
              <a:latin typeface="Aptos"/>
            </a:endParaRPr>
          </a:p>
        </p:txBody>
      </p:sp>
      <p:sp>
        <p:nvSpPr>
          <p:cNvPr id="76" name="PlaceHolder 2"/>
          <p:cNvSpPr>
            <a:spLocks noGrp="1"/>
          </p:cNvSpPr>
          <p:nvPr>
            <p:ph/>
          </p:nvPr>
        </p:nvSpPr>
        <p:spPr>
          <a:xfrm>
            <a:off x="838080" y="1825560"/>
            <a:ext cx="10514160" cy="4349880"/>
          </a:xfrm>
          <a:prstGeom prst="rect">
            <a:avLst/>
          </a:prstGeom>
          <a:noFill/>
          <a:ln w="0">
            <a:noFill/>
          </a:ln>
        </p:spPr>
        <p:txBody>
          <a:bodyPr lIns="0" rIns="0" tIns="0" bIns="0" anchor="t">
            <a:normAutofit/>
          </a:bodyPr>
          <a:p>
            <a:pPr marL="432000" indent="0">
              <a:lnSpc>
                <a:spcPct val="90000"/>
              </a:lnSpc>
              <a:spcBef>
                <a:spcPts val="1417"/>
              </a:spcBef>
              <a:buNone/>
            </a:pPr>
            <a:r>
              <a:rPr b="0" lang="en-US" sz="2800" spc="-1" strike="noStrike">
                <a:solidFill>
                  <a:schemeClr val="dk1"/>
                </a:solidFill>
                <a:latin typeface="Aptos"/>
              </a:rPr>
              <a:t>By using Radiograms correctly you can play the game telephone over different modes, different nets, a vast number of times, and come out with the correct password in the end.</a:t>
            </a:r>
            <a:endParaRPr b="0" lang="en-US" sz="2800" spc="-1" strike="noStrike">
              <a:solidFill>
                <a:schemeClr val="dk1"/>
              </a:solidFill>
              <a:latin typeface="Aptos"/>
            </a:endParaRPr>
          </a:p>
          <a:p>
            <a:pPr marL="432000" indent="0">
              <a:lnSpc>
                <a:spcPct val="90000"/>
              </a:lnSpc>
              <a:spcBef>
                <a:spcPts val="1417"/>
              </a:spcBef>
              <a:buNone/>
            </a:pPr>
            <a:r>
              <a:rPr b="0" lang="en-US" sz="2800" spc="-1" strike="noStrike">
                <a:solidFill>
                  <a:schemeClr val="dk1"/>
                </a:solidFill>
                <a:latin typeface="Aptos"/>
              </a:rPr>
              <a:t>By practicing these operators and traffic handlers can copy accurately and move traffic across various nets as a practical  preparation for public service and emergency communications.</a:t>
            </a:r>
            <a:endParaRPr b="0" lang="en-US" sz="2800" spc="-1" strike="noStrike">
              <a:solidFill>
                <a:schemeClr val="dk1"/>
              </a:solidFill>
              <a:latin typeface="Aptos"/>
            </a:endParaRPr>
          </a:p>
        </p:txBody>
      </p:sp>
      <p:sp>
        <p:nvSpPr>
          <p:cNvPr id="4" name="PlaceHolder 3"/>
          <p:cNvSpPr>
            <a:spLocks noGrp="1"/>
          </p:cNvSpPr>
          <p:nvPr>
            <p:ph type="ftr" idx="4"/>
          </p:nvPr>
        </p:nvSpPr>
        <p:spPr/>
        <p:txBody>
          <a:bodyPr/>
          <a:p>
            <a:r>
              <a:t>Warren County KY ARES • KQ4TIV Emergency Coordinator</a:t>
            </a:r>
          </a:p>
        </p:txBody>
      </p:sp>
      <p:sp>
        <p:nvSpPr>
          <p:cNvPr id="5" name="PlaceHolder 4"/>
          <p:cNvSpPr>
            <a:spLocks noGrp="1"/>
          </p:cNvSpPr>
          <p:nvPr>
            <p:ph type="sldNum" idx="5"/>
          </p:nvPr>
        </p:nvSpPr>
        <p:spPr/>
        <p:txBody>
          <a:bodyPr/>
          <a:p>
            <a:fld id="{280FA7BA-0365-49BD-96E4-C598A8375FD6}" type="slidenum">
              <a:t>10</a:t>
            </a:fld>
          </a:p>
        </p:txBody>
      </p:sp>
      <p:sp>
        <p:nvSpPr>
          <p:cNvPr id="6" name="PlaceHolder 5"/>
          <p:cNvSpPr>
            <a:spLocks noGrp="1"/>
          </p:cNvSpPr>
          <p:nvPr>
            <p:ph type="dt" idx="6"/>
          </p:nvPr>
        </p:nvSpPr>
        <p:spPr/>
        <p:txBody>
          <a:bodyPr/>
          <a:p>
            <a:fld id="{08CE262F-3388-4EDA-A52A-691DAAA1B4FF}" type="datetime1">
              <a:rPr lang="en-US"/>
              <a:t>09/21/2026</a:t>
            </a:fld>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10199</TotalTime>
  <Application>LibreOffice/24.2.7.2$Linux_X86_64 LibreOffice_project/420$Build-2</Application>
  <AppVersion>15.0000</AppVersion>
  <Words>594</Words>
  <Paragraphs>74</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2026-08-11T18:14:18Z</dcterms:created>
  <dc:creator>Nathaniel Butts</dc:creator>
  <dc:description/>
  <dc:language>en-US</dc:language>
  <cp:lastModifiedBy/>
  <dcterms:modified xsi:type="dcterms:W3CDTF">2026-09-21T21:52:48Z</dcterms:modified>
  <cp:revision>10</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11</vt:i4>
  </property>
</Properties>
</file>