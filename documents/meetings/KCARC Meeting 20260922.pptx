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3" r:id="rId3"/>
  </p:sldMasterIdLst>
  <p:sldIdLst>
    <p:sldId id="256" r:id="rId4"/>
    <p:sldId id="257" r:id="rId5"/>
    <p:sldId id="258" r:id="rId6"/>
    <p:sldId id="259" r:id="rId7"/>
    <p:sldId id="260" r:id="rId8"/>
    <p:sldId id="261" r:id="rId9"/>
    <p:sldId id="262" r:id="rId10"/>
    <p:sldId id="263" r:id="rId11"/>
    <p:sldId id="264" r:id="rId12"/>
    <p:sldId id="265" r:id="rId13"/>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2" d="100"/>
          <a:sy n="122" d="100"/>
        </p:scale>
        <p:origin x="83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viewProps" Target="viewProp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Aptos"/>
            </a:endParaRPr>
          </a:p>
        </p:txBody>
      </p:sp>
      <p:sp>
        <p:nvSpPr>
          <p:cNvPr id="9"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3D065408-0121-4C4A-9F22-F6C5E0E404E1}"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Title and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Aptos"/>
            </a:endParaRPr>
          </a:p>
        </p:txBody>
      </p:sp>
      <p:sp>
        <p:nvSpPr>
          <p:cNvPr id="21"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strike="noStrike" spc="-1">
              <a:solidFill>
                <a:schemeClr val="dk1"/>
              </a:solidFill>
              <a:latin typeface="Aptos"/>
            </a:endParaRPr>
          </a:p>
        </p:txBody>
      </p:sp>
      <p:sp>
        <p:nvSpPr>
          <p:cNvPr id="22"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strike="noStrike" spc="-1">
              <a:solidFill>
                <a:schemeClr val="dk1"/>
              </a:solidFill>
              <a:latin typeface="Aptos"/>
            </a:endParaRPr>
          </a:p>
        </p:txBody>
      </p:sp>
      <p:sp>
        <p:nvSpPr>
          <p:cNvPr id="5" name="PlaceHolder 4"/>
          <p:cNvSpPr>
            <a:spLocks noGrp="1"/>
          </p:cNvSpPr>
          <p:nvPr>
            <p:ph type="ftr" idx="4"/>
          </p:nvPr>
        </p:nvSpPr>
        <p:spPr/>
        <p:txBody>
          <a:bodyPr/>
          <a:lstStyle/>
          <a:p>
            <a:r>
              <a:t>Footer</a:t>
            </a:r>
          </a:p>
        </p:txBody>
      </p:sp>
      <p:sp>
        <p:nvSpPr>
          <p:cNvPr id="6" name="PlaceHolder 5"/>
          <p:cNvSpPr>
            <a:spLocks noGrp="1"/>
          </p:cNvSpPr>
          <p:nvPr>
            <p:ph type="sldNum" idx="5"/>
          </p:nvPr>
        </p:nvSpPr>
        <p:spPr/>
        <p:txBody>
          <a:bodyPr/>
          <a:lstStyle/>
          <a:p>
            <a:fld id="{3EE8C50C-4E33-4A84-9EE5-2302A35A168E}" type="slidenum">
              <a:t>‹#›</a:t>
            </a:fld>
            <a:endParaRPr/>
          </a:p>
        </p:txBody>
      </p:sp>
      <p:sp>
        <p:nvSpPr>
          <p:cNvPr id="7" name="PlaceHolder 6"/>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reserve="1">
  <p:cSld name="Title and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Aptos"/>
            </a:endParaRPr>
          </a:p>
        </p:txBody>
      </p:sp>
      <p:sp>
        <p:nvSpPr>
          <p:cNvPr id="2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strike="noStrike" spc="-1">
              <a:solidFill>
                <a:schemeClr val="dk1"/>
              </a:solidFill>
              <a:latin typeface="Aptos"/>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10DC6539-0531-4731-A1BE-CF991DE85379}"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Default">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Aptos"/>
            </a:endParaRPr>
          </a:p>
        </p:txBody>
      </p:sp>
      <p:sp>
        <p:nvSpPr>
          <p:cNvPr id="36"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lnSpc>
                <a:spcPct val="90000"/>
              </a:lnSpc>
              <a:spcBef>
                <a:spcPts val="1417"/>
              </a:spcBef>
              <a:buNone/>
            </a:pPr>
            <a:endParaRPr lang="en-US" sz="2800" b="0" strike="noStrike" spc="-1">
              <a:solidFill>
                <a:schemeClr val="dk1"/>
              </a:solidFill>
              <a:latin typeface="Aptos"/>
            </a:endParaRPr>
          </a:p>
        </p:txBody>
      </p:sp>
      <p:sp>
        <p:nvSpPr>
          <p:cNvPr id="4" name="PlaceHolder 3"/>
          <p:cNvSpPr>
            <a:spLocks noGrp="1"/>
          </p:cNvSpPr>
          <p:nvPr>
            <p:ph type="ftr" idx="7"/>
          </p:nvPr>
        </p:nvSpPr>
        <p:spPr/>
        <p:txBody>
          <a:bodyPr/>
          <a:lstStyle/>
          <a:p>
            <a:r>
              <a:t>Footer</a:t>
            </a:r>
          </a:p>
        </p:txBody>
      </p:sp>
      <p:sp>
        <p:nvSpPr>
          <p:cNvPr id="5" name="PlaceHolder 4"/>
          <p:cNvSpPr>
            <a:spLocks noGrp="1"/>
          </p:cNvSpPr>
          <p:nvPr>
            <p:ph type="sldNum" idx="8"/>
          </p:nvPr>
        </p:nvSpPr>
        <p:spPr/>
        <p:txBody>
          <a:bodyPr/>
          <a:lstStyle/>
          <a:p>
            <a:fld id="{77B09A96-1613-449C-956E-E3D1A0BA1964}" type="slidenum">
              <a:t>‹#›</a:t>
            </a:fld>
            <a:endParaRPr/>
          </a:p>
        </p:txBody>
      </p:sp>
      <p:sp>
        <p:nvSpPr>
          <p:cNvPr id="6" name="PlaceHolder 5"/>
          <p:cNvSpPr>
            <a:spLocks noGrp="1"/>
          </p:cNvSpPr>
          <p:nvPr>
            <p:ph type="dt" idx="9"/>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2.svg"/><Relationship Id="rId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4.xml"/><Relationship Id="rId4"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pic>
        <p:nvPicPr>
          <p:cNvPr id="8" name="Picture 19"/>
          <p:cNvPicPr/>
          <p:nvPr/>
        </p:nvPicPr>
        <p:blipFill>
          <a:blip r:embed="rId3">
            <a:alphaModFix amt="20000"/>
          </a:blip>
          <a:stretch/>
        </p:blipFill>
        <p:spPr>
          <a:xfrm>
            <a:off x="4267080" y="1444680"/>
            <a:ext cx="3970440" cy="3656160"/>
          </a:xfrm>
          <a:prstGeom prst="rect">
            <a:avLst/>
          </a:prstGeom>
          <a:ln w="0">
            <a:noFill/>
          </a:ln>
        </p:spPr>
      </p:pic>
      <p:sp>
        <p:nvSpPr>
          <p:cNvPr id="9"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2"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en-US" sz="4400" b="0" strike="noStrike" spc="-1">
                <a:solidFill>
                  <a:schemeClr val="dk1"/>
                </a:solidFill>
                <a:latin typeface="Aptos"/>
              </a:rPr>
              <a:t>Click to edit the title text format</a:t>
            </a:r>
          </a:p>
        </p:txBody>
      </p:sp>
      <p:sp>
        <p:nvSpPr>
          <p:cNvPr id="4" name="PlaceHolder 2"/>
          <p:cNvSpPr>
            <a:spLocks noGrp="1"/>
          </p:cNvSpPr>
          <p:nvPr>
            <p:ph type="ftr" idx="1"/>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200" b="0" strike="noStrike" spc="-1">
                <a:solidFill>
                  <a:schemeClr val="dk1">
                    <a:tint val="82000"/>
                  </a:schemeClr>
                </a:solidFill>
                <a:latin typeface="Aptos"/>
              </a:defRPr>
            </a:lvl1pPr>
          </a:lstStyle>
          <a:p>
            <a:pPr indent="0" algn="ctr" defTabSz="914400">
              <a:lnSpc>
                <a:spcPct val="100000"/>
              </a:lnSpc>
              <a:buNone/>
              <a:tabLst>
                <a:tab pos="0" algn="l"/>
              </a:tabLst>
            </a:pPr>
            <a:r>
              <a:rPr lang="en-US" sz="1200" b="0" strike="noStrike" spc="-1">
                <a:solidFill>
                  <a:schemeClr val="dk1">
                    <a:tint val="82000"/>
                  </a:schemeClr>
                </a:solidFill>
                <a:latin typeface="Aptos"/>
              </a:rPr>
              <a:t>&lt;footer&gt;</a:t>
            </a:r>
            <a:endParaRPr lang="en-US" sz="1200" b="0" strike="noStrike" spc="-1">
              <a:solidFill>
                <a:srgbClr val="000000"/>
              </a:solidFill>
              <a:latin typeface="Times New Roman"/>
            </a:endParaRPr>
          </a:p>
        </p:txBody>
      </p:sp>
      <p:sp>
        <p:nvSpPr>
          <p:cNvPr id="5"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82000"/>
                  </a:schemeClr>
                </a:solidFill>
                <a:latin typeface="Aptos"/>
              </a:defRPr>
            </a:lvl1pPr>
          </a:lstStyle>
          <a:p>
            <a:pPr indent="0" algn="r" defTabSz="914400">
              <a:lnSpc>
                <a:spcPct val="100000"/>
              </a:lnSpc>
              <a:buNone/>
              <a:tabLst>
                <a:tab pos="0" algn="l"/>
              </a:tabLst>
            </a:pPr>
            <a:fld id="{FBC8DDC2-63ED-4D69-AB9E-86A9696109BD}" type="slidenum">
              <a:rPr lang="en-US" sz="1200" b="0" strike="noStrike" spc="-1">
                <a:solidFill>
                  <a:schemeClr val="dk1">
                    <a:tint val="82000"/>
                  </a:schemeClr>
                </a:solidFill>
                <a:latin typeface="Aptos"/>
              </a:rPr>
              <a:t>‹#›</a:t>
            </a:fld>
            <a:endParaRPr lang="en-US" sz="1200" b="0" strike="noStrike" spc="-1">
              <a:solidFill>
                <a:srgbClr val="000000"/>
              </a:solidFill>
              <a:latin typeface="Times New Roman"/>
            </a:endParaRPr>
          </a:p>
        </p:txBody>
      </p:sp>
      <p:sp>
        <p:nvSpPr>
          <p:cNvPr id="6"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
        <p:nvSpPr>
          <p:cNvPr id="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Click to edit the outline text format</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Second Outline Level</a:t>
            </a:r>
          </a:p>
          <a:p>
            <a:pPr marL="1296000" lvl="2" indent="-288000">
              <a:lnSpc>
                <a:spcPct val="90000"/>
              </a:lnSpc>
              <a:spcBef>
                <a:spcPts val="850"/>
              </a:spcBef>
              <a:buClr>
                <a:srgbClr val="000000"/>
              </a:buClr>
              <a:buSzPct val="45000"/>
              <a:buFont typeface="Wingdings" charset="2"/>
              <a:buChar char=""/>
            </a:pPr>
            <a:r>
              <a:rPr lang="en-US" sz="1800" b="0" strike="noStrike" spc="-1">
                <a:solidFill>
                  <a:schemeClr val="dk1"/>
                </a:solidFill>
                <a:latin typeface="Aptos"/>
              </a:rPr>
              <a:t>Third Outline Level</a:t>
            </a:r>
          </a:p>
          <a:p>
            <a:pPr marL="1728000" lvl="3" indent="-216000">
              <a:lnSpc>
                <a:spcPct val="90000"/>
              </a:lnSpc>
              <a:spcBef>
                <a:spcPts val="567"/>
              </a:spcBef>
              <a:buClr>
                <a:srgbClr val="000000"/>
              </a:buClr>
              <a:buSzPct val="75000"/>
              <a:buFont typeface="Symbol" charset="2"/>
              <a:buChar char=""/>
            </a:pPr>
            <a:r>
              <a:rPr lang="en-US" sz="1800" b="0" strike="noStrike" spc="-1">
                <a:solidFill>
                  <a:schemeClr val="dk1"/>
                </a:solidFill>
                <a:latin typeface="Aptos"/>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Aptos"/>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Aptos"/>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Aptos"/>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pic>
        <p:nvPicPr>
          <p:cNvPr id="10" name="Picture 19"/>
          <p:cNvPicPr/>
          <p:nvPr/>
        </p:nvPicPr>
        <p:blipFill>
          <a:blip r:embed="rId4">
            <a:alphaModFix amt="20000"/>
          </a:blip>
          <a:stretch/>
        </p:blipFill>
        <p:spPr>
          <a:xfrm>
            <a:off x="4267080" y="1444680"/>
            <a:ext cx="3970440" cy="3656160"/>
          </a:xfrm>
          <a:prstGeom prst="rect">
            <a:avLst/>
          </a:prstGeom>
          <a:ln w="0">
            <a:noFill/>
          </a:ln>
        </p:spPr>
      </p:pic>
      <p:sp>
        <p:nvSpPr>
          <p:cNvPr id="11"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12"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pic>
        <p:nvPicPr>
          <p:cNvPr id="13" name="Picture 8"/>
          <p:cNvPicPr/>
          <p:nvPr/>
        </p:nvPicPr>
        <p:blipFill>
          <a:blip r:embed="rId4">
            <a:alphaModFix amt="20000"/>
          </a:blip>
          <a:stretch/>
        </p:blipFill>
        <p:spPr>
          <a:xfrm>
            <a:off x="4267080" y="1444680"/>
            <a:ext cx="3970440" cy="3656160"/>
          </a:xfrm>
          <a:prstGeom prst="rect">
            <a:avLst/>
          </a:prstGeom>
          <a:ln w="0">
            <a:noFill/>
          </a:ln>
        </p:spPr>
      </p:pic>
      <p:pic>
        <p:nvPicPr>
          <p:cNvPr id="14" name="Graphic 16"/>
          <p:cNvPicPr/>
          <p:nvPr/>
        </p:nvPicPr>
        <p:blipFill>
          <a:blip>
            <a:extLst>
              <a:ext uri="{96DAC541-7B7A-43D3-8B79-37D633B846F1}">
                <asvg:svgBlip xmlns:asvg="http://schemas.microsoft.com/office/drawing/2016/SVG/main" r:embed="rId5"/>
              </a:ext>
            </a:extLst>
          </a:blip>
          <a:stretch/>
        </p:blipFill>
        <p:spPr>
          <a:xfrm>
            <a:off x="10650960" y="119160"/>
            <a:ext cx="1324080" cy="1324080"/>
          </a:xfrm>
          <a:prstGeom prst="rect">
            <a:avLst/>
          </a:prstGeom>
          <a:ln w="0">
            <a:noFill/>
          </a:ln>
        </p:spPr>
      </p:pic>
      <p:sp>
        <p:nvSpPr>
          <p:cNvPr id="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en-US" sz="4400" b="0" strike="noStrike" spc="-1">
                <a:solidFill>
                  <a:schemeClr val="dk1"/>
                </a:solidFill>
                <a:latin typeface="Aptos"/>
              </a:rPr>
              <a:t>Click to edit the title text format</a:t>
            </a:r>
          </a:p>
        </p:txBody>
      </p:sp>
      <p:sp>
        <p:nvSpPr>
          <p:cNvPr id="16"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1800" b="0" strike="noStrike" spc="-1">
                <a:solidFill>
                  <a:schemeClr val="dk1"/>
                </a:solidFill>
                <a:latin typeface="Aptos"/>
              </a:rPr>
              <a:t>Click to edit the outline text format</a:t>
            </a:r>
          </a:p>
          <a:p>
            <a:pPr marL="864000" lvl="1" indent="-324000">
              <a:lnSpc>
                <a:spcPct val="90000"/>
              </a:lnSpc>
              <a:spcBef>
                <a:spcPts val="1134"/>
              </a:spcBef>
              <a:buClr>
                <a:srgbClr val="000000"/>
              </a:buClr>
              <a:buSzPct val="75000"/>
              <a:buFont typeface="Symbol" charset="2"/>
              <a:buChar char=""/>
            </a:pPr>
            <a:r>
              <a:rPr lang="en-US" sz="1800" b="0" strike="noStrike" spc="-1">
                <a:solidFill>
                  <a:schemeClr val="dk1"/>
                </a:solidFill>
                <a:latin typeface="Aptos"/>
              </a:rPr>
              <a:t>Second Outline Level</a:t>
            </a:r>
          </a:p>
          <a:p>
            <a:pPr marL="1296000" lvl="2" indent="-288000">
              <a:lnSpc>
                <a:spcPct val="90000"/>
              </a:lnSpc>
              <a:spcBef>
                <a:spcPts val="850"/>
              </a:spcBef>
              <a:buClr>
                <a:srgbClr val="000000"/>
              </a:buClr>
              <a:buSzPct val="45000"/>
              <a:buFont typeface="Wingdings" charset="2"/>
              <a:buChar char=""/>
            </a:pPr>
            <a:r>
              <a:rPr lang="en-US" sz="1800" b="0" strike="noStrike" spc="-1">
                <a:solidFill>
                  <a:schemeClr val="dk1"/>
                </a:solidFill>
                <a:latin typeface="Aptos"/>
              </a:rPr>
              <a:t>Third Outline Level</a:t>
            </a:r>
          </a:p>
          <a:p>
            <a:pPr marL="1728000" lvl="3" indent="-216000">
              <a:lnSpc>
                <a:spcPct val="90000"/>
              </a:lnSpc>
              <a:spcBef>
                <a:spcPts val="567"/>
              </a:spcBef>
              <a:buClr>
                <a:srgbClr val="000000"/>
              </a:buClr>
              <a:buSzPct val="75000"/>
              <a:buFont typeface="Symbol" charset="2"/>
              <a:buChar char=""/>
            </a:pPr>
            <a:r>
              <a:rPr lang="en-US" sz="1800" b="0" strike="noStrike" spc="-1">
                <a:solidFill>
                  <a:schemeClr val="dk1"/>
                </a:solidFill>
                <a:latin typeface="Aptos"/>
              </a:rPr>
              <a:t>Fourth Outline Level</a:t>
            </a:r>
          </a:p>
          <a:p>
            <a:pPr marL="2160000" lvl="4"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Fifth Outline Level</a:t>
            </a:r>
          </a:p>
          <a:p>
            <a:pPr marL="2592000" lvl="5"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Sixth Outline Level</a:t>
            </a:r>
          </a:p>
          <a:p>
            <a:pPr marL="3024000" lvl="6"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Seventh Outline Level</a:t>
            </a:r>
          </a:p>
        </p:txBody>
      </p:sp>
      <p:sp>
        <p:nvSpPr>
          <p:cNvPr id="17" name="PlaceHolder 3"/>
          <p:cNvSpPr>
            <a:spLocks noGrp="1"/>
          </p:cNvSpPr>
          <p:nvPr>
            <p:ph type="ftr" idx="4"/>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200" b="0" strike="noStrike" spc="-1">
                <a:solidFill>
                  <a:schemeClr val="dk1">
                    <a:tint val="82000"/>
                  </a:schemeClr>
                </a:solidFill>
                <a:latin typeface="Aptos"/>
              </a:defRPr>
            </a:lvl1pPr>
          </a:lstStyle>
          <a:p>
            <a:pPr indent="0" algn="ctr" defTabSz="914400">
              <a:lnSpc>
                <a:spcPct val="100000"/>
              </a:lnSpc>
              <a:buNone/>
              <a:tabLst>
                <a:tab pos="0" algn="l"/>
              </a:tabLst>
            </a:pPr>
            <a:r>
              <a:rPr lang="en-US" sz="1200" b="0" strike="noStrike" spc="-1">
                <a:solidFill>
                  <a:schemeClr val="dk1">
                    <a:tint val="82000"/>
                  </a:schemeClr>
                </a:solidFill>
                <a:latin typeface="Aptos"/>
              </a:rPr>
              <a:t>&lt;footer&gt;</a:t>
            </a:r>
            <a:endParaRPr lang="en-US" sz="1200" b="0" strike="noStrike" spc="-1">
              <a:solidFill>
                <a:srgbClr val="000000"/>
              </a:solidFill>
              <a:latin typeface="Times New Roman"/>
            </a:endParaRPr>
          </a:p>
        </p:txBody>
      </p:sp>
      <p:sp>
        <p:nvSpPr>
          <p:cNvPr id="18" name="PlaceHolder 4"/>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82000"/>
                  </a:schemeClr>
                </a:solidFill>
                <a:latin typeface="Aptos"/>
              </a:defRPr>
            </a:lvl1pPr>
          </a:lstStyle>
          <a:p>
            <a:pPr indent="0" algn="r" defTabSz="914400">
              <a:lnSpc>
                <a:spcPct val="100000"/>
              </a:lnSpc>
              <a:buNone/>
              <a:tabLst>
                <a:tab pos="0" algn="l"/>
              </a:tabLst>
            </a:pPr>
            <a:fld id="{91D92FAB-4EAF-4921-A84A-D1F12305F3FE}" type="slidenum">
              <a:rPr lang="en-US" sz="1200" b="0" strike="noStrike" spc="-1">
                <a:solidFill>
                  <a:schemeClr val="dk1">
                    <a:tint val="82000"/>
                  </a:schemeClr>
                </a:solidFill>
                <a:latin typeface="Aptos"/>
              </a:rPr>
              <a:t>‹#›</a:t>
            </a:fld>
            <a:endParaRPr lang="en-US" sz="1200" b="0" strike="noStrike" spc="-1">
              <a:solidFill>
                <a:srgbClr val="000000"/>
              </a:solidFill>
              <a:latin typeface="Times New Roman"/>
            </a:endParaRPr>
          </a:p>
        </p:txBody>
      </p:sp>
      <p:sp>
        <p:nvSpPr>
          <p:cNvPr id="19" name="PlaceHolder 5"/>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pic>
        <p:nvPicPr>
          <p:cNvPr id="25" name="Picture 19"/>
          <p:cNvPicPr/>
          <p:nvPr/>
        </p:nvPicPr>
        <p:blipFill>
          <a:blip r:embed="rId3">
            <a:alphaModFix amt="20000"/>
          </a:blip>
          <a:stretch/>
        </p:blipFill>
        <p:spPr>
          <a:xfrm>
            <a:off x="4267080" y="1444680"/>
            <a:ext cx="3970440" cy="3656160"/>
          </a:xfrm>
          <a:prstGeom prst="rect">
            <a:avLst/>
          </a:prstGeom>
          <a:ln w="0">
            <a:noFill/>
          </a:ln>
        </p:spPr>
      </p:pic>
      <p:sp>
        <p:nvSpPr>
          <p:cNvPr id="26"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27"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pic>
        <p:nvPicPr>
          <p:cNvPr id="28" name="Picture 8"/>
          <p:cNvPicPr/>
          <p:nvPr/>
        </p:nvPicPr>
        <p:blipFill>
          <a:blip r:embed="rId3">
            <a:alphaModFix amt="20000"/>
          </a:blip>
          <a:stretch/>
        </p:blipFill>
        <p:spPr>
          <a:xfrm>
            <a:off x="4267080" y="1444680"/>
            <a:ext cx="3970440" cy="3656160"/>
          </a:xfrm>
          <a:prstGeom prst="rect">
            <a:avLst/>
          </a:prstGeom>
          <a:ln w="0">
            <a:noFill/>
          </a:ln>
        </p:spPr>
      </p:pic>
      <p:pic>
        <p:nvPicPr>
          <p:cNvPr id="29" name="Graphic 16"/>
          <p:cNvPicPr/>
          <p:nvPr/>
        </p:nvPicPr>
        <p:blipFill>
          <a:blip>
            <a:extLst>
              <a:ext uri="{96DAC541-7B7A-43D3-8B79-37D633B846F1}">
                <asvg:svgBlip xmlns:asvg="http://schemas.microsoft.com/office/drawing/2016/SVG/main" r:embed="rId4"/>
              </a:ext>
            </a:extLst>
          </a:blip>
          <a:stretch/>
        </p:blipFill>
        <p:spPr>
          <a:xfrm>
            <a:off x="10650960" y="119160"/>
            <a:ext cx="1324080" cy="1324080"/>
          </a:xfrm>
          <a:prstGeom prst="rect">
            <a:avLst/>
          </a:prstGeom>
          <a:ln w="0">
            <a:noFill/>
          </a:ln>
        </p:spPr>
      </p:pic>
      <p:sp>
        <p:nvSpPr>
          <p:cNvPr id="3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en-US" sz="4400" b="0" strike="noStrike" spc="-1">
                <a:solidFill>
                  <a:schemeClr val="dk1"/>
                </a:solidFill>
                <a:latin typeface="Aptos"/>
              </a:rPr>
              <a:t>Click to edit the title text format</a:t>
            </a:r>
          </a:p>
        </p:txBody>
      </p:sp>
      <p:sp>
        <p:nvSpPr>
          <p:cNvPr id="31"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1800" b="0" strike="noStrike" spc="-1">
                <a:solidFill>
                  <a:schemeClr val="dk1"/>
                </a:solidFill>
                <a:latin typeface="Aptos"/>
              </a:rPr>
              <a:t>Click to edit the outline text format</a:t>
            </a:r>
          </a:p>
          <a:p>
            <a:pPr marL="864000" lvl="1" indent="-324000">
              <a:lnSpc>
                <a:spcPct val="90000"/>
              </a:lnSpc>
              <a:spcBef>
                <a:spcPts val="1134"/>
              </a:spcBef>
              <a:buClr>
                <a:srgbClr val="000000"/>
              </a:buClr>
              <a:buSzPct val="75000"/>
              <a:buFont typeface="Symbol" charset="2"/>
              <a:buChar char=""/>
            </a:pPr>
            <a:r>
              <a:rPr lang="en-US" sz="1800" b="0" strike="noStrike" spc="-1">
                <a:solidFill>
                  <a:schemeClr val="dk1"/>
                </a:solidFill>
                <a:latin typeface="Aptos"/>
              </a:rPr>
              <a:t>Second Outline Level</a:t>
            </a:r>
          </a:p>
          <a:p>
            <a:pPr marL="1296000" lvl="2" indent="-288000">
              <a:lnSpc>
                <a:spcPct val="90000"/>
              </a:lnSpc>
              <a:spcBef>
                <a:spcPts val="850"/>
              </a:spcBef>
              <a:buClr>
                <a:srgbClr val="000000"/>
              </a:buClr>
              <a:buSzPct val="45000"/>
              <a:buFont typeface="Wingdings" charset="2"/>
              <a:buChar char=""/>
            </a:pPr>
            <a:r>
              <a:rPr lang="en-US" sz="1800" b="0" strike="noStrike" spc="-1">
                <a:solidFill>
                  <a:schemeClr val="dk1"/>
                </a:solidFill>
                <a:latin typeface="Aptos"/>
              </a:rPr>
              <a:t>Third Outline Level</a:t>
            </a:r>
          </a:p>
          <a:p>
            <a:pPr marL="1728000" lvl="3" indent="-216000">
              <a:lnSpc>
                <a:spcPct val="90000"/>
              </a:lnSpc>
              <a:spcBef>
                <a:spcPts val="567"/>
              </a:spcBef>
              <a:buClr>
                <a:srgbClr val="000000"/>
              </a:buClr>
              <a:buSzPct val="75000"/>
              <a:buFont typeface="Symbol" charset="2"/>
              <a:buChar char=""/>
            </a:pPr>
            <a:r>
              <a:rPr lang="en-US" sz="1800" b="0" strike="noStrike" spc="-1">
                <a:solidFill>
                  <a:schemeClr val="dk1"/>
                </a:solidFill>
                <a:latin typeface="Aptos"/>
              </a:rPr>
              <a:t>Fourth Outline Level</a:t>
            </a:r>
          </a:p>
          <a:p>
            <a:pPr marL="2160000" lvl="4"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Fifth Outline Level</a:t>
            </a:r>
          </a:p>
          <a:p>
            <a:pPr marL="2592000" lvl="5"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Sixth Outline Level</a:t>
            </a:r>
          </a:p>
          <a:p>
            <a:pPr marL="3024000" lvl="6" indent="-216000">
              <a:lnSpc>
                <a:spcPct val="90000"/>
              </a:lnSpc>
              <a:spcBef>
                <a:spcPts val="283"/>
              </a:spcBef>
              <a:buClr>
                <a:srgbClr val="000000"/>
              </a:buClr>
              <a:buSzPct val="45000"/>
              <a:buFont typeface="Wingdings" charset="2"/>
              <a:buChar char=""/>
            </a:pPr>
            <a:r>
              <a:rPr lang="en-US" sz="1800" b="0" strike="noStrike" spc="-1">
                <a:solidFill>
                  <a:schemeClr val="dk1"/>
                </a:solidFill>
                <a:latin typeface="Aptos"/>
              </a:rPr>
              <a:t>Seventh Outline Level</a:t>
            </a:r>
          </a:p>
        </p:txBody>
      </p:sp>
      <p:sp>
        <p:nvSpPr>
          <p:cNvPr id="32" name="PlaceHolder 3"/>
          <p:cNvSpPr>
            <a:spLocks noGrp="1"/>
          </p:cNvSpPr>
          <p:nvPr>
            <p:ph type="ftr" idx="7"/>
          </p:nvPr>
        </p:nvSpPr>
        <p:spPr>
          <a:xfrm>
            <a:off x="4038480" y="6356520"/>
            <a:ext cx="4113360" cy="36360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200" b="0" strike="noStrike" spc="-1">
                <a:solidFill>
                  <a:schemeClr val="dk1">
                    <a:tint val="82000"/>
                  </a:schemeClr>
                </a:solidFill>
                <a:latin typeface="Aptos"/>
              </a:defRPr>
            </a:lvl1pPr>
          </a:lstStyle>
          <a:p>
            <a:pPr indent="0" algn="ctr" defTabSz="914400">
              <a:lnSpc>
                <a:spcPct val="100000"/>
              </a:lnSpc>
              <a:buNone/>
              <a:tabLst>
                <a:tab pos="0" algn="l"/>
              </a:tabLst>
            </a:pPr>
            <a:r>
              <a:rPr lang="en-US" sz="1200" b="0" strike="noStrike" spc="-1">
                <a:solidFill>
                  <a:schemeClr val="dk1">
                    <a:tint val="82000"/>
                  </a:schemeClr>
                </a:solidFill>
                <a:latin typeface="Aptos"/>
              </a:rPr>
              <a:t>&lt;footer&gt;</a:t>
            </a:r>
            <a:endParaRPr lang="en-US" sz="1200" b="0" strike="noStrike" spc="-1">
              <a:solidFill>
                <a:srgbClr val="000000"/>
              </a:solidFill>
              <a:latin typeface="Times New Roman"/>
            </a:endParaRPr>
          </a:p>
        </p:txBody>
      </p:sp>
      <p:sp>
        <p:nvSpPr>
          <p:cNvPr id="33" name="PlaceHolder 4"/>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82000"/>
                  </a:schemeClr>
                </a:solidFill>
                <a:latin typeface="Aptos"/>
              </a:defRPr>
            </a:lvl1pPr>
          </a:lstStyle>
          <a:p>
            <a:pPr indent="0" algn="r" defTabSz="914400">
              <a:lnSpc>
                <a:spcPct val="100000"/>
              </a:lnSpc>
              <a:buNone/>
              <a:tabLst>
                <a:tab pos="0" algn="l"/>
              </a:tabLst>
            </a:pPr>
            <a:fld id="{2086F42C-E471-4DD4-85E6-E6D36D3B8C85}" type="slidenum">
              <a:rPr lang="en-US" sz="1200" b="0" strike="noStrike" spc="-1">
                <a:solidFill>
                  <a:schemeClr val="dk1">
                    <a:tint val="82000"/>
                  </a:schemeClr>
                </a:solidFill>
                <a:latin typeface="Aptos"/>
              </a:rPr>
              <a:t>‹#›</a:t>
            </a:fld>
            <a:endParaRPr lang="en-US" sz="1200" b="0" strike="noStrike" spc="-1">
              <a:solidFill>
                <a:srgbClr val="000000"/>
              </a:solidFill>
              <a:latin typeface="Times New Roman"/>
            </a:endParaRPr>
          </a:p>
        </p:txBody>
      </p:sp>
      <p:sp>
        <p:nvSpPr>
          <p:cNvPr id="34" name="PlaceHolder 5"/>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6F7"/>
        </a:solidFill>
        <a:effectLst/>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1484280" y="2568600"/>
            <a:ext cx="9142560" cy="2386080"/>
          </a:xfrm>
          <a:prstGeom prst="rect">
            <a:avLst/>
          </a:prstGeom>
          <a:noFill/>
          <a:ln w="0">
            <a:noFill/>
          </a:ln>
        </p:spPr>
        <p:txBody>
          <a:bodyPr lIns="91440" tIns="45720" rIns="91440" bIns="45720" anchor="b">
            <a:noAutofit/>
          </a:bodyPr>
          <a:lstStyle/>
          <a:p>
            <a:pPr indent="0" algn="ctr" defTabSz="914400">
              <a:lnSpc>
                <a:spcPct val="90000"/>
              </a:lnSpc>
              <a:buNone/>
              <a:tabLst>
                <a:tab pos="0" algn="l"/>
              </a:tabLst>
            </a:pPr>
            <a:r>
              <a:rPr lang="en-US" sz="6000" b="0" strike="noStrike" spc="-1">
                <a:solidFill>
                  <a:schemeClr val="dk1"/>
                </a:solidFill>
                <a:latin typeface="Aptos Display"/>
              </a:rPr>
              <a:t>Kentucky District 3</a:t>
            </a:r>
            <a:br>
              <a:rPr sz="6000"/>
            </a:br>
            <a:r>
              <a:rPr lang="en-US" sz="6000" b="0" strike="noStrike" spc="-1">
                <a:solidFill>
                  <a:schemeClr val="dk1"/>
                </a:solidFill>
                <a:latin typeface="Aptos Display"/>
              </a:rPr>
              <a:t>Warren County</a:t>
            </a:r>
            <a:endParaRPr lang="en-US" sz="6000" b="0" strike="noStrike" spc="-1">
              <a:solidFill>
                <a:schemeClr val="dk1"/>
              </a:solidFill>
              <a:latin typeface="Aptos"/>
            </a:endParaRPr>
          </a:p>
        </p:txBody>
      </p:sp>
      <p:sp>
        <p:nvSpPr>
          <p:cNvPr id="38" name="PlaceHolder 2"/>
          <p:cNvSpPr>
            <a:spLocks noGrp="1"/>
          </p:cNvSpPr>
          <p:nvPr>
            <p:ph type="subTitle"/>
          </p:nvPr>
        </p:nvSpPr>
        <p:spPr>
          <a:xfrm>
            <a:off x="1484280" y="5011560"/>
            <a:ext cx="9142560" cy="737280"/>
          </a:xfrm>
          <a:prstGeom prst="rect">
            <a:avLst/>
          </a:prstGeom>
          <a:noFill/>
          <a:ln w="0">
            <a:noFill/>
          </a:ln>
        </p:spPr>
        <p:txBody>
          <a:bodyPr lIns="91440" tIns="45720" rIns="91440" bIns="45720" anchor="t">
            <a:noAutofit/>
          </a:bodyPr>
          <a:lstStyle/>
          <a:p>
            <a:pPr marL="228600" indent="0" algn="ctr" defTabSz="914400">
              <a:lnSpc>
                <a:spcPct val="90000"/>
              </a:lnSpc>
              <a:spcBef>
                <a:spcPts val="1001"/>
              </a:spcBef>
              <a:buNone/>
              <a:tabLst>
                <a:tab pos="0" algn="l"/>
              </a:tabLst>
            </a:pPr>
            <a:r>
              <a:rPr lang="en-US" sz="2400" b="0" strike="noStrike" spc="-1">
                <a:solidFill>
                  <a:schemeClr val="dk1"/>
                </a:solidFill>
                <a:latin typeface="Aptos"/>
              </a:rPr>
              <a:t>KCARC Meeting – 2026.09.22</a:t>
            </a:r>
            <a:endParaRPr lang="en-US" sz="2400" b="0" strike="noStrike" spc="-1">
              <a:solidFill>
                <a:srgbClr val="000000"/>
              </a:solidFill>
              <a:latin typeface="Arial"/>
            </a:endParaRPr>
          </a:p>
        </p:txBody>
      </p:sp>
      <p:pic>
        <p:nvPicPr>
          <p:cNvPr id="39" name="Graphic 4"/>
          <p:cNvPicPr/>
          <p:nvPr/>
        </p:nvPicPr>
        <p:blipFill>
          <a:blip>
            <a:extLst>
              <a:ext uri="{96DAC541-7B7A-43D3-8B79-37D633B846F1}">
                <asvg:svgBlip xmlns:asvg="http://schemas.microsoft.com/office/drawing/2016/SVG/main" r:embed="rId2"/>
              </a:ext>
            </a:extLst>
          </a:blip>
          <a:stretch/>
        </p:blipFill>
        <p:spPr>
          <a:xfrm>
            <a:off x="609480" y="126720"/>
            <a:ext cx="2741760" cy="274176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US" sz="4400" b="0" strike="noStrike" spc="-1">
                <a:solidFill>
                  <a:schemeClr val="dk1"/>
                </a:solidFill>
                <a:latin typeface="Aptos Display"/>
              </a:rPr>
              <a:t>Agenda</a:t>
            </a:r>
            <a:endParaRPr lang="en-US" sz="4400" b="0" strike="noStrike" spc="-1">
              <a:solidFill>
                <a:schemeClr val="dk1"/>
              </a:solidFill>
              <a:latin typeface="Aptos"/>
            </a:endParaRPr>
          </a:p>
        </p:txBody>
      </p:sp>
      <p:sp>
        <p:nvSpPr>
          <p:cNvPr id="41" name="PlaceHolder 2"/>
          <p:cNvSpPr>
            <a:spLocks noGrp="1"/>
          </p:cNvSpPr>
          <p:nvPr>
            <p:ph/>
          </p:nvPr>
        </p:nvSpPr>
        <p:spPr>
          <a:xfrm>
            <a:off x="721080" y="1613520"/>
            <a:ext cx="10514160" cy="47426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800" b="0" strike="noStrike" spc="-1">
                <a:solidFill>
                  <a:schemeClr val="dk1"/>
                </a:solidFill>
                <a:latin typeface="Aptos"/>
              </a:rPr>
              <a:t>General Updates</a:t>
            </a:r>
          </a:p>
          <a:p>
            <a:pPr marL="228600" indent="-228600" defTabSz="914400">
              <a:lnSpc>
                <a:spcPct val="90000"/>
              </a:lnSpc>
              <a:spcBef>
                <a:spcPts val="1001"/>
              </a:spcBef>
              <a:buClr>
                <a:srgbClr val="000000"/>
              </a:buClr>
              <a:buFont typeface="Arial"/>
              <a:buChar char="•"/>
            </a:pPr>
            <a:r>
              <a:rPr lang="en-US" sz="2800" b="0" strike="noStrike" spc="-1">
                <a:solidFill>
                  <a:schemeClr val="dk1"/>
                </a:solidFill>
                <a:latin typeface="Aptos"/>
              </a:rPr>
              <a:t>Roll Up Dual Band Antenna</a:t>
            </a:r>
          </a:p>
          <a:p>
            <a:pPr marL="228600" indent="-228600" defTabSz="914400">
              <a:lnSpc>
                <a:spcPct val="90000"/>
              </a:lnSpc>
              <a:spcBef>
                <a:spcPts val="1001"/>
              </a:spcBef>
              <a:buClr>
                <a:srgbClr val="000000"/>
              </a:buClr>
              <a:buFont typeface="Arial"/>
              <a:buChar char="•"/>
            </a:pPr>
            <a:r>
              <a:rPr lang="en-US" sz="2800" b="0" strike="noStrike" spc="-1">
                <a:solidFill>
                  <a:schemeClr val="dk1"/>
                </a:solidFill>
                <a:latin typeface="Aptos"/>
              </a:rPr>
              <a:t>Radiograms</a:t>
            </a:r>
          </a:p>
        </p:txBody>
      </p:sp>
      <p:sp>
        <p:nvSpPr>
          <p:cNvPr id="4" name="PlaceHolder 3"/>
          <p:cNvSpPr>
            <a:spLocks noGrp="1"/>
          </p:cNvSpPr>
          <p:nvPr>
            <p:ph type="ftr" idx="7"/>
          </p:nvPr>
        </p:nvSpPr>
        <p:spPr/>
        <p:txBody>
          <a:bodyPr/>
          <a:lstStyle/>
          <a:p>
            <a:r>
              <a:t>Warren County KY ARES • KQ4TIV Emergency Coordinator</a:t>
            </a:r>
          </a:p>
        </p:txBody>
      </p:sp>
      <p:sp>
        <p:nvSpPr>
          <p:cNvPr id="5" name="PlaceHolder 4"/>
          <p:cNvSpPr>
            <a:spLocks noGrp="1"/>
          </p:cNvSpPr>
          <p:nvPr>
            <p:ph type="sldNum" idx="8"/>
          </p:nvPr>
        </p:nvSpPr>
        <p:spPr/>
        <p:txBody>
          <a:bodyPr/>
          <a:lstStyle/>
          <a:p>
            <a:fld id="{C20AFD5F-741B-404E-86F9-00F4B1A7AD3E}" type="slidenum">
              <a:rPr/>
              <a:t>2</a:t>
            </a:fld>
            <a:endParaRPr/>
          </a:p>
        </p:txBody>
      </p:sp>
      <p:sp>
        <p:nvSpPr>
          <p:cNvPr id="6" name="PlaceHolder 5"/>
          <p:cNvSpPr>
            <a:spLocks noGrp="1"/>
          </p:cNvSpPr>
          <p:nvPr>
            <p:ph type="dt" idx="9"/>
          </p:nvPr>
        </p:nvSpPr>
        <p:spPr/>
        <p:txBody>
          <a:bodyPr/>
          <a:lstStyle/>
          <a:p>
            <a:fld id="{975789AB-7171-49DC-8F2E-A29D4A65DB23}" type="datetime1">
              <a:rPr lang="en-US"/>
              <a:t>9/22/2026</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en-US" sz="4000" b="1" strike="noStrike" spc="-1">
                <a:solidFill>
                  <a:schemeClr val="dk1"/>
                </a:solidFill>
                <a:latin typeface="Aptos"/>
              </a:rPr>
              <a:t>General Updates</a:t>
            </a:r>
          </a:p>
        </p:txBody>
      </p:sp>
      <p:sp>
        <p:nvSpPr>
          <p:cNvPr id="43" name="TextBox 42"/>
          <p:cNvSpPr txBox="1"/>
          <p:nvPr/>
        </p:nvSpPr>
        <p:spPr>
          <a:xfrm>
            <a:off x="838080" y="1371600"/>
            <a:ext cx="5105520" cy="544680"/>
          </a:xfrm>
          <a:prstGeom prst="rect">
            <a:avLst/>
          </a:prstGeom>
          <a:noFill/>
          <a:ln w="73080">
            <a:noFill/>
          </a:ln>
        </p:spPr>
        <p:txBody>
          <a:bodyPr lIns="90000" tIns="45000" rIns="90000" bIns="45000" anchor="t">
            <a:noAutofit/>
          </a:bodyPr>
          <a:lstStyle/>
          <a:p>
            <a:r>
              <a:rPr lang="en-US" sz="1800" b="0" strike="noStrike" spc="-1">
                <a:solidFill>
                  <a:srgbClr val="000000"/>
                </a:solidFill>
                <a:latin typeface="Arial"/>
              </a:rPr>
              <a:t>ARES Calendar Added </a:t>
            </a:r>
            <a:r>
              <a:rPr lang="en-US" sz="1400" b="0" i="1" strike="noStrike" spc="-1">
                <a:solidFill>
                  <a:srgbClr val="000000"/>
                </a:solidFill>
                <a:latin typeface="Arial"/>
              </a:rPr>
              <a:t>https://nathanielbutts.github.io/calendar/calendar.html</a:t>
            </a:r>
            <a:endParaRPr lang="en-US" sz="1400" b="0" strike="noStrike" spc="-1">
              <a:solidFill>
                <a:srgbClr val="000000"/>
              </a:solidFill>
              <a:latin typeface="Arial"/>
            </a:endParaRPr>
          </a:p>
        </p:txBody>
      </p:sp>
      <p:pic>
        <p:nvPicPr>
          <p:cNvPr id="44" name="Picture 43"/>
          <p:cNvPicPr/>
          <p:nvPr/>
        </p:nvPicPr>
        <p:blipFill>
          <a:blip r:embed="rId2"/>
          <a:stretch/>
        </p:blipFill>
        <p:spPr>
          <a:xfrm>
            <a:off x="1143000" y="2043720"/>
            <a:ext cx="4695840" cy="4357080"/>
          </a:xfrm>
          <a:prstGeom prst="rect">
            <a:avLst/>
          </a:prstGeom>
          <a:ln w="73080">
            <a:noFill/>
          </a:ln>
        </p:spPr>
      </p:pic>
      <p:pic>
        <p:nvPicPr>
          <p:cNvPr id="45" name="Picture 44"/>
          <p:cNvPicPr/>
          <p:nvPr/>
        </p:nvPicPr>
        <p:blipFill>
          <a:blip r:embed="rId3"/>
          <a:stretch/>
        </p:blipFill>
        <p:spPr>
          <a:xfrm>
            <a:off x="6169680" y="2057400"/>
            <a:ext cx="5651640" cy="4114800"/>
          </a:xfrm>
          <a:prstGeom prst="rect">
            <a:avLst/>
          </a:prstGeom>
          <a:ln w="73080">
            <a:noFill/>
          </a:ln>
        </p:spPr>
      </p:pic>
      <p:sp>
        <p:nvSpPr>
          <p:cNvPr id="46" name="TextBox 45"/>
          <p:cNvSpPr txBox="1"/>
          <p:nvPr/>
        </p:nvSpPr>
        <p:spPr>
          <a:xfrm>
            <a:off x="6172200" y="1371600"/>
            <a:ext cx="5105520" cy="457200"/>
          </a:xfrm>
          <a:prstGeom prst="rect">
            <a:avLst/>
          </a:prstGeom>
          <a:noFill/>
          <a:ln w="73080">
            <a:noFill/>
          </a:ln>
        </p:spPr>
        <p:txBody>
          <a:bodyPr lIns="90000" tIns="45000" rIns="90000" bIns="45000" anchor="t">
            <a:noAutofit/>
          </a:bodyPr>
          <a:lstStyle/>
          <a:p>
            <a:r>
              <a:rPr lang="en-US" sz="1800" b="0" strike="noStrike" spc="-1">
                <a:solidFill>
                  <a:srgbClr val="000000"/>
                </a:solidFill>
                <a:latin typeface="Arial"/>
              </a:rPr>
              <a:t>News Section Added</a:t>
            </a:r>
          </a:p>
        </p:txBody>
      </p:sp>
      <p:sp>
        <p:nvSpPr>
          <p:cNvPr id="3" name="PlaceHolder 2"/>
          <p:cNvSpPr>
            <a:spLocks noGrp="1"/>
          </p:cNvSpPr>
          <p:nvPr>
            <p:ph type="ftr" idx="4"/>
          </p:nvPr>
        </p:nvSpPr>
        <p:spPr/>
        <p:txBody>
          <a:bodyPr/>
          <a:lstStyle/>
          <a:p>
            <a:r>
              <a:t>Warren County KY ARES • KQ4TIV Emergency Coordinator</a:t>
            </a:r>
          </a:p>
        </p:txBody>
      </p:sp>
      <p:sp>
        <p:nvSpPr>
          <p:cNvPr id="4" name="PlaceHolder 3"/>
          <p:cNvSpPr>
            <a:spLocks noGrp="1"/>
          </p:cNvSpPr>
          <p:nvPr>
            <p:ph type="sldNum" idx="5"/>
          </p:nvPr>
        </p:nvSpPr>
        <p:spPr/>
        <p:txBody>
          <a:bodyPr/>
          <a:lstStyle/>
          <a:p>
            <a:fld id="{7271D153-B64E-4E58-BA46-983BAC0885E8}" type="slidenum">
              <a:t>3</a:t>
            </a:fld>
            <a:endParaRPr/>
          </a:p>
        </p:txBody>
      </p:sp>
      <p:sp>
        <p:nvSpPr>
          <p:cNvPr id="5" name="PlaceHolder 4"/>
          <p:cNvSpPr>
            <a:spLocks noGrp="1"/>
          </p:cNvSpPr>
          <p:nvPr>
            <p:ph type="dt" idx="6"/>
          </p:nvPr>
        </p:nvSpPr>
        <p:spPr/>
        <p:txBody>
          <a:bodyPr/>
          <a:lstStyle/>
          <a:p>
            <a:fld id="{271621F6-6654-491D-98E8-3382DE62E9EA}" type="datetime1">
              <a:rPr lang="en-US"/>
              <a:t>9/22/2026</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rgbClr val="000000"/>
                </a:solidFill>
                <a:latin typeface="Aptos Display"/>
              </a:rPr>
              <a:t>Dual Band Roll Up Antenna</a:t>
            </a:r>
            <a:endParaRPr lang="en-US" sz="4400" b="0" strike="noStrike" spc="-1">
              <a:solidFill>
                <a:schemeClr val="dk1"/>
              </a:solidFill>
              <a:latin typeface="Aptos"/>
            </a:endParaRPr>
          </a:p>
        </p:txBody>
      </p:sp>
      <p:sp>
        <p:nvSpPr>
          <p:cNvPr id="48" name="PlaceHolder 2"/>
          <p:cNvSpPr>
            <a:spLocks noGrp="1"/>
          </p:cNvSpPr>
          <p:nvPr>
            <p:ph/>
          </p:nvPr>
        </p:nvSpPr>
        <p:spPr>
          <a:xfrm>
            <a:off x="5943600" y="1825560"/>
            <a:ext cx="5408640" cy="4349880"/>
          </a:xfrm>
          <a:prstGeom prst="rect">
            <a:avLst/>
          </a:prstGeom>
          <a:noFill/>
          <a:ln w="0">
            <a:noFill/>
          </a:ln>
        </p:spPr>
        <p:txBody>
          <a:bodyPr lIns="0" tIns="0" rIns="0" bIns="0" anchor="t">
            <a:normAutofit fontScale="81111"/>
          </a:bodyPr>
          <a:lstStyle/>
          <a:p>
            <a:pPr marL="432000" indent="-324000" defTabSz="9144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Rubber Duckies often have negative dBi</a:t>
            </a:r>
          </a:p>
          <a:p>
            <a:pPr marL="432000" indent="-324000" defTabSz="9144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Ed Fong WB6IQN (UC Santa Cruz) Design</a:t>
            </a:r>
          </a:p>
          <a:p>
            <a:pPr marL="432000" indent="-324000" defTabSz="9144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Replace 4-1/4” of RG-174A with 5” of RG8X with 5” cut in ladder line to match</a:t>
            </a:r>
          </a:p>
          <a:p>
            <a:pPr marL="432000" indent="-324000" defTabSz="9144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A good chunk of shrink wrap (red box) over the Coax going to radio will secure it to the ladder line and join the stub and ladder line together</a:t>
            </a:r>
          </a:p>
        </p:txBody>
      </p:sp>
      <p:pic>
        <p:nvPicPr>
          <p:cNvPr id="49" name="Picture 123"/>
          <p:cNvPicPr/>
          <p:nvPr/>
        </p:nvPicPr>
        <p:blipFill>
          <a:blip r:embed="rId2"/>
          <a:stretch/>
        </p:blipFill>
        <p:spPr>
          <a:xfrm>
            <a:off x="914400" y="1828800"/>
            <a:ext cx="4531320" cy="4342320"/>
          </a:xfrm>
          <a:prstGeom prst="rect">
            <a:avLst/>
          </a:prstGeom>
          <a:ln w="0">
            <a:noFill/>
          </a:ln>
        </p:spPr>
      </p:pic>
      <p:sp>
        <p:nvSpPr>
          <p:cNvPr id="50" name="Rectangle 1"/>
          <p:cNvSpPr/>
          <p:nvPr/>
        </p:nvSpPr>
        <p:spPr>
          <a:xfrm>
            <a:off x="2999160" y="2779920"/>
            <a:ext cx="465120" cy="1169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51" name="Rectangle 6"/>
          <p:cNvSpPr/>
          <p:nvPr/>
        </p:nvSpPr>
        <p:spPr>
          <a:xfrm>
            <a:off x="2947320" y="4742640"/>
            <a:ext cx="465120" cy="1169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ptos"/>
            </a:endParaRP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939BFCDA-3973-4B86-BC4C-C83E0D2B419D}" type="slidenum">
              <a:rPr/>
              <a:t>4</a:t>
            </a:fld>
            <a:endParaRPr/>
          </a:p>
        </p:txBody>
      </p:sp>
      <p:sp>
        <p:nvSpPr>
          <p:cNvPr id="6" name="PlaceHolder 5"/>
          <p:cNvSpPr>
            <a:spLocks noGrp="1"/>
          </p:cNvSpPr>
          <p:nvPr>
            <p:ph type="dt" idx="6"/>
          </p:nvPr>
        </p:nvSpPr>
        <p:spPr/>
        <p:txBody>
          <a:bodyPr/>
          <a:lstStyle/>
          <a:p>
            <a:fld id="{211A93EA-A6A3-4159-8AF0-14F961C148E9}" type="datetime1">
              <a:rPr lang="en-US"/>
              <a:t>9/22/2026</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53"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What is a Radiogram?</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Radiograms are a method of communicating formal messages using a standardized format and handling procedure.  They are used when exact wording, reliable relay through multiple operators, documented delivery, or accountability is important.  Each relay operator copies and forwards the message without altering its content.</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Created in 1914 as a method of transmitting messages from ship to shore and beyond.  Amateurs started utilizing the method in the 20s and 40s to transmit messages for the general public, but amateur radios of the time were very power limited, requiring messages to be passed through relay stations.  Hence, the method puts the </a:t>
            </a:r>
            <a:r>
              <a:rPr lang="en-US" sz="2000" b="1" strike="noStrike" spc="-1">
                <a:solidFill>
                  <a:schemeClr val="dk1"/>
                </a:solidFill>
                <a:latin typeface="Aptos"/>
              </a:rPr>
              <a:t>RELAY</a:t>
            </a:r>
            <a:r>
              <a:rPr lang="en-US" sz="2000" b="0" strike="noStrike" spc="-1">
                <a:solidFill>
                  <a:schemeClr val="dk1"/>
                </a:solidFill>
                <a:latin typeface="Aptos"/>
              </a:rPr>
              <a:t> in American Radio Relay League.</a:t>
            </a: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EBD91418-2D96-48E0-8F6F-27674B1DA9EE}" type="slidenum">
              <a:rPr/>
              <a:t>5</a:t>
            </a:fld>
            <a:endParaRPr/>
          </a:p>
        </p:txBody>
      </p:sp>
      <p:sp>
        <p:nvSpPr>
          <p:cNvPr id="6" name="PlaceHolder 5"/>
          <p:cNvSpPr>
            <a:spLocks noGrp="1"/>
          </p:cNvSpPr>
          <p:nvPr>
            <p:ph type="dt" idx="6"/>
          </p:nvPr>
        </p:nvSpPr>
        <p:spPr/>
        <p:txBody>
          <a:bodyPr/>
          <a:lstStyle/>
          <a:p>
            <a:fld id="{B5F58C5F-5152-4DD7-94CB-765AB26AC138}" type="datetime1">
              <a:rPr lang="en-US"/>
              <a:t>9/22/2026</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55" name="PlaceHolder 2"/>
          <p:cNvSpPr>
            <a:spLocks noGrp="1"/>
          </p:cNvSpPr>
          <p:nvPr>
            <p:ph/>
          </p:nvPr>
        </p:nvSpPr>
        <p:spPr>
          <a:xfrm>
            <a:off x="838080" y="1825560"/>
            <a:ext cx="10514160" cy="4349880"/>
          </a:xfrm>
          <a:prstGeom prst="rect">
            <a:avLst/>
          </a:prstGeom>
          <a:noFill/>
          <a:ln w="0">
            <a:noFill/>
          </a:ln>
        </p:spPr>
        <p:txBody>
          <a:bodyPr lIns="0" tIns="0" rIns="0" bIns="0" anchor="t">
            <a:normAutofit fontScale="66770"/>
          </a:bodyPr>
          <a:lstStyle/>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When to use them</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Exact wording must be preserved</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Message may pass through multiple operators or nets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Recipient is not immediately available</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Delivery and acknowledgment must be documented</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Message is a formal report, request, notification, or welfare inquiry</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Traffic may need to move outside the local ARES network through NTS</a:t>
            </a:r>
          </a:p>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Examples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Monthly ARES net reports to Section Traffic Manager</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Formal request for supplies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Welfare traffic outside the affected area</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Official notifications requiring verbatim repeating</a:t>
            </a: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FEBC8001-82F9-44EF-BDDF-B3F82011F167}" type="slidenum">
              <a:t>6</a:t>
            </a:fld>
            <a:endParaRPr/>
          </a:p>
        </p:txBody>
      </p:sp>
      <p:sp>
        <p:nvSpPr>
          <p:cNvPr id="6" name="PlaceHolder 5"/>
          <p:cNvSpPr>
            <a:spLocks noGrp="1"/>
          </p:cNvSpPr>
          <p:nvPr>
            <p:ph type="dt" idx="6"/>
          </p:nvPr>
        </p:nvSpPr>
        <p:spPr/>
        <p:txBody>
          <a:bodyPr/>
          <a:lstStyle/>
          <a:p>
            <a:fld id="{E406AF52-EE2F-42B5-AF2E-B43AFD5A0EB4}" type="datetime1">
              <a:rPr lang="en-US"/>
              <a:t>9/22/2026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57" name="PlaceHolder 2"/>
          <p:cNvSpPr>
            <a:spLocks noGrp="1"/>
          </p:cNvSpPr>
          <p:nvPr>
            <p:ph/>
          </p:nvPr>
        </p:nvSpPr>
        <p:spPr>
          <a:xfrm>
            <a:off x="838080" y="1825560"/>
            <a:ext cx="10514160" cy="4349880"/>
          </a:xfrm>
          <a:prstGeom prst="rect">
            <a:avLst/>
          </a:prstGeom>
          <a:noFill/>
          <a:ln w="0">
            <a:noFill/>
          </a:ln>
        </p:spPr>
        <p:txBody>
          <a:bodyPr lIns="0" tIns="0" rIns="0" bIns="0" anchor="t">
            <a:normAutofit fontScale="90336"/>
          </a:bodyPr>
          <a:lstStyle/>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When NOT to use them</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Life-safety message</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Requires parties to ask questions/conversation</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Exact wording not important</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Recipient is available in real time</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Delaying message delivery would be harmful</a:t>
            </a:r>
          </a:p>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Examples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“Send another shelter worker to the west entrance”</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“Supply truck has arrived”</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Coordinating frequencies, assignments, arrival times, or equipment</a:t>
            </a: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DBE70D15-EF94-4850-8950-68B89E0100C7}" type="slidenum">
              <a:rPr/>
              <a:t>7</a:t>
            </a:fld>
            <a:endParaRPr/>
          </a:p>
        </p:txBody>
      </p:sp>
      <p:sp>
        <p:nvSpPr>
          <p:cNvPr id="6" name="PlaceHolder 5"/>
          <p:cNvSpPr>
            <a:spLocks noGrp="1"/>
          </p:cNvSpPr>
          <p:nvPr>
            <p:ph type="dt" idx="6"/>
          </p:nvPr>
        </p:nvSpPr>
        <p:spPr/>
        <p:txBody>
          <a:bodyPr/>
          <a:lstStyle/>
          <a:p>
            <a:fld id="{ED07E94D-1AC9-4315-AC85-1FEC71479138}" type="datetime1">
              <a:rPr lang="en-US"/>
              <a:t>9/22/2026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59" name="PlaceHolder 2"/>
          <p:cNvSpPr>
            <a:spLocks noGrp="1"/>
          </p:cNvSpPr>
          <p:nvPr>
            <p:ph/>
          </p:nvPr>
        </p:nvSpPr>
        <p:spPr>
          <a:xfrm>
            <a:off x="687240" y="1593720"/>
            <a:ext cx="10514160" cy="4349880"/>
          </a:xfrm>
          <a:prstGeom prst="rect">
            <a:avLst/>
          </a:prstGeom>
          <a:noFill/>
          <a:ln w="0">
            <a:noFill/>
          </a:ln>
        </p:spPr>
        <p:txBody>
          <a:bodyPr lIns="0" tIns="0" rIns="0" bIns="0" anchor="t">
            <a:normAutofit/>
          </a:bodyPr>
          <a:lstStyle/>
          <a:p>
            <a:pPr marL="432000" indent="0">
              <a:lnSpc>
                <a:spcPct val="90000"/>
              </a:lnSpc>
              <a:spcBef>
                <a:spcPts val="1417"/>
              </a:spcBef>
              <a:buNone/>
            </a:pPr>
            <a:r>
              <a:rPr lang="en-US" sz="2800" b="0" strike="noStrike" spc="-1">
                <a:solidFill>
                  <a:schemeClr val="dk1"/>
                </a:solidFill>
                <a:latin typeface="Aptos"/>
              </a:rPr>
              <a:t>The Document</a:t>
            </a:r>
          </a:p>
        </p:txBody>
      </p:sp>
      <p:pic>
        <p:nvPicPr>
          <p:cNvPr id="60" name="Picture 59"/>
          <p:cNvPicPr/>
          <p:nvPr/>
        </p:nvPicPr>
        <p:blipFill>
          <a:blip r:embed="rId2"/>
          <a:stretch/>
        </p:blipFill>
        <p:spPr>
          <a:xfrm>
            <a:off x="3167640" y="2057400"/>
            <a:ext cx="6433560" cy="4285080"/>
          </a:xfrm>
          <a:prstGeom prst="rect">
            <a:avLst/>
          </a:prstGeom>
          <a:ln w="73080">
            <a:noFill/>
          </a:ln>
        </p:spPr>
      </p:pic>
      <p:sp>
        <p:nvSpPr>
          <p:cNvPr id="61" name="Rectangle 60"/>
          <p:cNvSpPr/>
          <p:nvPr/>
        </p:nvSpPr>
        <p:spPr>
          <a:xfrm>
            <a:off x="3108960" y="2904480"/>
            <a:ext cx="6492240" cy="351000"/>
          </a:xfrm>
          <a:prstGeom prst="rect">
            <a:avLst/>
          </a:prstGeom>
          <a:noFill/>
          <a:ln w="36720">
            <a:solidFill>
              <a:srgbClr val="800080"/>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2" name="Rectangle 61"/>
          <p:cNvSpPr/>
          <p:nvPr/>
        </p:nvSpPr>
        <p:spPr>
          <a:xfrm>
            <a:off x="3108960" y="3315600"/>
            <a:ext cx="2817000" cy="798840"/>
          </a:xfrm>
          <a:prstGeom prst="rect">
            <a:avLst/>
          </a:prstGeom>
          <a:noFill/>
          <a:ln w="36720">
            <a:solidFill>
              <a:srgbClr val="FF8000"/>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3" name="Rectangle 62"/>
          <p:cNvSpPr/>
          <p:nvPr/>
        </p:nvSpPr>
        <p:spPr>
          <a:xfrm>
            <a:off x="5980680" y="3294720"/>
            <a:ext cx="3333600" cy="796320"/>
          </a:xfrm>
          <a:prstGeom prst="rect">
            <a:avLst/>
          </a:prstGeom>
          <a:noFill/>
          <a:ln w="36720">
            <a:solidFill>
              <a:srgbClr val="5EB91E"/>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4" name="Rectangle 63"/>
          <p:cNvSpPr/>
          <p:nvPr/>
        </p:nvSpPr>
        <p:spPr>
          <a:xfrm>
            <a:off x="3108960" y="4114440"/>
            <a:ext cx="6166440" cy="1171080"/>
          </a:xfrm>
          <a:prstGeom prst="rect">
            <a:avLst/>
          </a:prstGeom>
          <a:noFill/>
          <a:ln w="36720">
            <a:solidFill>
              <a:srgbClr val="E16173"/>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5" name="Rectangle 64"/>
          <p:cNvSpPr/>
          <p:nvPr/>
        </p:nvSpPr>
        <p:spPr>
          <a:xfrm>
            <a:off x="3099600" y="5321520"/>
            <a:ext cx="6175800" cy="346680"/>
          </a:xfrm>
          <a:prstGeom prst="rect">
            <a:avLst/>
          </a:prstGeom>
          <a:noFill/>
          <a:ln w="36720">
            <a:solidFill>
              <a:srgbClr val="3465A4"/>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6" name="Rectangle 65"/>
          <p:cNvSpPr/>
          <p:nvPr/>
        </p:nvSpPr>
        <p:spPr>
          <a:xfrm>
            <a:off x="3425400" y="5168520"/>
            <a:ext cx="2242800" cy="117000"/>
          </a:xfrm>
          <a:prstGeom prst="rect">
            <a:avLst/>
          </a:prstGeom>
          <a:noFill/>
          <a:ln w="36720">
            <a:solidFill>
              <a:srgbClr val="FF0000"/>
            </a:solidFill>
            <a:round/>
          </a:ln>
        </p:spPr>
        <p:style>
          <a:lnRef idx="0">
            <a:scrgbClr r="0" g="0" b="0"/>
          </a:lnRef>
          <a:fillRef idx="0">
            <a:scrgbClr r="0" g="0" b="0"/>
          </a:fillRef>
          <a:effectRef idx="0">
            <a:scrgbClr r="0" g="0" b="0"/>
          </a:effectRef>
          <a:fontRef idx="minor"/>
        </p:style>
        <p:txBody>
          <a:bodyPr lIns="72000" tIns="27000" rIns="72000" bIns="27000" anchor="ctr">
            <a:noAutofit/>
          </a:bodyPr>
          <a:lstStyle/>
          <a:p>
            <a:endParaRPr lang="en-US" sz="1800" b="0" strike="noStrike" spc="-1">
              <a:solidFill>
                <a:srgbClr val="000000"/>
              </a:solidFill>
              <a:latin typeface="Arial"/>
            </a:endParaRPr>
          </a:p>
        </p:txBody>
      </p:sp>
      <p:sp>
        <p:nvSpPr>
          <p:cNvPr id="67" name="TextBox 66"/>
          <p:cNvSpPr txBox="1"/>
          <p:nvPr/>
        </p:nvSpPr>
        <p:spPr>
          <a:xfrm>
            <a:off x="1015200" y="2857320"/>
            <a:ext cx="1779840" cy="382680"/>
          </a:xfrm>
          <a:prstGeom prst="rect">
            <a:avLst/>
          </a:prstGeom>
          <a:noFill/>
          <a:ln w="73080">
            <a:noFill/>
          </a:ln>
        </p:spPr>
        <p:txBody>
          <a:bodyPr lIns="90000" tIns="45000" rIns="90000" bIns="45000" anchor="t">
            <a:noAutofit/>
          </a:bodyPr>
          <a:lstStyle/>
          <a:p>
            <a:r>
              <a:rPr lang="en-US" sz="1800" b="0" strike="noStrike" spc="-1">
                <a:solidFill>
                  <a:srgbClr val="55308D"/>
                </a:solidFill>
                <a:latin typeface="Arial"/>
              </a:rPr>
              <a:t>Preamble</a:t>
            </a:r>
          </a:p>
        </p:txBody>
      </p:sp>
      <p:sp>
        <p:nvSpPr>
          <p:cNvPr id="68" name="TextBox 67"/>
          <p:cNvSpPr txBox="1"/>
          <p:nvPr/>
        </p:nvSpPr>
        <p:spPr>
          <a:xfrm>
            <a:off x="968400" y="3482280"/>
            <a:ext cx="1779840" cy="382680"/>
          </a:xfrm>
          <a:prstGeom prst="rect">
            <a:avLst/>
          </a:prstGeom>
          <a:noFill/>
          <a:ln w="73080">
            <a:noFill/>
          </a:ln>
        </p:spPr>
        <p:txBody>
          <a:bodyPr lIns="90000" tIns="45000" rIns="90000" bIns="45000" anchor="t">
            <a:noAutofit/>
          </a:bodyPr>
          <a:lstStyle/>
          <a:p>
            <a:r>
              <a:rPr lang="en-US" sz="1800" b="0" strike="noStrike" spc="-1">
                <a:solidFill>
                  <a:srgbClr val="FF860D"/>
                </a:solidFill>
                <a:latin typeface="Arial"/>
              </a:rPr>
              <a:t>Addressee</a:t>
            </a:r>
          </a:p>
        </p:txBody>
      </p:sp>
      <p:sp>
        <p:nvSpPr>
          <p:cNvPr id="69" name="TextBox 68"/>
          <p:cNvSpPr txBox="1"/>
          <p:nvPr/>
        </p:nvSpPr>
        <p:spPr>
          <a:xfrm>
            <a:off x="1054080" y="3992760"/>
            <a:ext cx="1779840" cy="941400"/>
          </a:xfrm>
          <a:prstGeom prst="rect">
            <a:avLst/>
          </a:prstGeom>
          <a:noFill/>
          <a:ln w="73080">
            <a:noFill/>
          </a:ln>
        </p:spPr>
        <p:txBody>
          <a:bodyPr lIns="90000" tIns="45000" rIns="90000" bIns="45000" anchor="t">
            <a:noAutofit/>
          </a:bodyPr>
          <a:lstStyle/>
          <a:p>
            <a:r>
              <a:rPr lang="en-US" sz="1800" b="0" strike="noStrike" spc="-1">
                <a:solidFill>
                  <a:srgbClr val="E16173"/>
                </a:solidFill>
                <a:latin typeface="Arial"/>
              </a:rPr>
              <a:t>Message Text</a:t>
            </a:r>
          </a:p>
          <a:p>
            <a:r>
              <a:rPr lang="en-US" sz="1400" b="0" i="1" strike="noStrike" spc="-1">
                <a:solidFill>
                  <a:srgbClr val="E16173"/>
                </a:solidFill>
                <a:latin typeface="Arial"/>
              </a:rPr>
              <a:t>(1 word/line, 25 words, includes punctuation)</a:t>
            </a:r>
            <a:endParaRPr lang="en-US" sz="1400" b="0" strike="noStrike" spc="-1">
              <a:solidFill>
                <a:srgbClr val="E16173"/>
              </a:solidFill>
              <a:latin typeface="Arial"/>
            </a:endParaRPr>
          </a:p>
        </p:txBody>
      </p:sp>
      <p:sp>
        <p:nvSpPr>
          <p:cNvPr id="70" name="TextBox 69"/>
          <p:cNvSpPr txBox="1"/>
          <p:nvPr/>
        </p:nvSpPr>
        <p:spPr>
          <a:xfrm>
            <a:off x="1030680" y="4982040"/>
            <a:ext cx="1779840" cy="382680"/>
          </a:xfrm>
          <a:prstGeom prst="rect">
            <a:avLst/>
          </a:prstGeom>
          <a:noFill/>
          <a:ln w="73080">
            <a:noFill/>
          </a:ln>
        </p:spPr>
        <p:txBody>
          <a:bodyPr lIns="90000" tIns="45000" rIns="90000" bIns="45000" anchor="t">
            <a:noAutofit/>
          </a:bodyPr>
          <a:lstStyle/>
          <a:p>
            <a:r>
              <a:rPr lang="en-US" sz="1800" b="0" strike="noStrike" spc="-1">
                <a:solidFill>
                  <a:srgbClr val="FF0000"/>
                </a:solidFill>
                <a:latin typeface="Arial"/>
              </a:rPr>
              <a:t>Signature</a:t>
            </a:r>
          </a:p>
        </p:txBody>
      </p:sp>
      <p:sp>
        <p:nvSpPr>
          <p:cNvPr id="71" name="TextBox 70"/>
          <p:cNvSpPr txBox="1"/>
          <p:nvPr/>
        </p:nvSpPr>
        <p:spPr>
          <a:xfrm>
            <a:off x="9720000" y="5341320"/>
            <a:ext cx="1779840" cy="602280"/>
          </a:xfrm>
          <a:prstGeom prst="rect">
            <a:avLst/>
          </a:prstGeom>
          <a:noFill/>
          <a:ln w="73080">
            <a:noFill/>
          </a:ln>
        </p:spPr>
        <p:txBody>
          <a:bodyPr lIns="90000" tIns="45000" rIns="90000" bIns="45000" anchor="t">
            <a:noAutofit/>
          </a:bodyPr>
          <a:lstStyle/>
          <a:p>
            <a:r>
              <a:rPr lang="en-US" sz="1800" b="0" strike="noStrike" spc="-1">
                <a:solidFill>
                  <a:srgbClr val="3465A4"/>
                </a:solidFill>
                <a:latin typeface="Arial"/>
              </a:rPr>
              <a:t>Received and Sent by</a:t>
            </a:r>
          </a:p>
        </p:txBody>
      </p:sp>
      <p:sp>
        <p:nvSpPr>
          <p:cNvPr id="72" name="TextBox 71"/>
          <p:cNvSpPr txBox="1"/>
          <p:nvPr/>
        </p:nvSpPr>
        <p:spPr>
          <a:xfrm>
            <a:off x="9462600" y="3358440"/>
            <a:ext cx="1779840" cy="800640"/>
          </a:xfrm>
          <a:prstGeom prst="rect">
            <a:avLst/>
          </a:prstGeom>
          <a:noFill/>
          <a:ln w="73080">
            <a:noFill/>
          </a:ln>
        </p:spPr>
        <p:txBody>
          <a:bodyPr lIns="90000" tIns="45000" rIns="90000" bIns="45000" anchor="t">
            <a:noAutofit/>
          </a:bodyPr>
          <a:lstStyle/>
          <a:p>
            <a:r>
              <a:rPr lang="en-US" sz="1800" b="0" strike="noStrike" spc="-1">
                <a:solidFill>
                  <a:srgbClr val="00A933"/>
                </a:solidFill>
                <a:latin typeface="Arial"/>
              </a:rPr>
              <a:t>Message received at</a:t>
            </a:r>
          </a:p>
          <a:p>
            <a:r>
              <a:rPr lang="en-US" sz="1400" b="0" i="1" strike="noStrike" spc="-1">
                <a:solidFill>
                  <a:srgbClr val="00A933"/>
                </a:solidFill>
                <a:latin typeface="Arial"/>
              </a:rPr>
              <a:t>(almost never used)</a:t>
            </a:r>
            <a:endParaRPr lang="en-US" sz="1400" b="0" strike="noStrike" spc="-1">
              <a:solidFill>
                <a:srgbClr val="00A933"/>
              </a:solidFill>
              <a:latin typeface="Arial"/>
            </a:endParaRP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F53BC375-3761-4E49-9DDC-3CD4A44AEDFE}" type="slidenum">
              <a:t>8</a:t>
            </a:fld>
            <a:endParaRPr/>
          </a:p>
        </p:txBody>
      </p:sp>
      <p:sp>
        <p:nvSpPr>
          <p:cNvPr id="6" name="PlaceHolder 5"/>
          <p:cNvSpPr>
            <a:spLocks noGrp="1"/>
          </p:cNvSpPr>
          <p:nvPr>
            <p:ph type="dt" idx="6"/>
          </p:nvPr>
        </p:nvSpPr>
        <p:spPr/>
        <p:txBody>
          <a:bodyPr/>
          <a:lstStyle/>
          <a:p>
            <a:fld id="{C278394A-BF8E-4FE8-B766-FD8AEAFBB1DB}" type="datetime1">
              <a:rPr lang="en-US"/>
              <a:t>9/22/2026</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7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marL="432000" indent="0">
              <a:lnSpc>
                <a:spcPct val="90000"/>
              </a:lnSpc>
              <a:spcBef>
                <a:spcPts val="1417"/>
              </a:spcBef>
              <a:buNone/>
            </a:pPr>
            <a:r>
              <a:rPr lang="en-US" sz="2800" b="0" strike="noStrike" spc="-1">
                <a:solidFill>
                  <a:schemeClr val="dk1"/>
                </a:solidFill>
                <a:latin typeface="Aptos"/>
              </a:rPr>
              <a:t>When reading a Radiogram over phone, you will use very specific conventions which are designed to transmit the information correctly the first time</a:t>
            </a:r>
          </a:p>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Complicated/specific words and names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“RADIOGRAM </a:t>
            </a:r>
            <a:r>
              <a:rPr lang="en-US" sz="2000" b="0" i="1" strike="noStrike" spc="-1">
                <a:solidFill>
                  <a:schemeClr val="dk1"/>
                </a:solidFill>
                <a:latin typeface="Aptos"/>
              </a:rPr>
              <a:t>I SPELL RADIO ALPHA DELTA INDIA OSCAR GERMANY RADIO ALPHA MIKE”</a:t>
            </a:r>
            <a:endParaRPr lang="en-US" sz="2000" b="0" strike="noStrike" spc="-1">
              <a:solidFill>
                <a:schemeClr val="dk1"/>
              </a:solidFill>
              <a:latin typeface="Aptos"/>
            </a:endParaRPr>
          </a:p>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Aptos"/>
              </a:rPr>
              <a:t>Numbers/Initials/Mixed Groups</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Aptos"/>
              </a:rPr>
              <a:t>123 Somewhere St read </a:t>
            </a:r>
            <a:r>
              <a:rPr lang="en-US" sz="2000" b="0" i="1" strike="noStrike" spc="-1">
                <a:solidFill>
                  <a:schemeClr val="dk1"/>
                </a:solidFill>
                <a:latin typeface="Aptos"/>
              </a:rPr>
              <a:t>“FIGURES ONE TWO THREE SOMEWHERE INTIALS SIERRA TANGO”</a:t>
            </a:r>
            <a:endParaRPr lang="en-US" sz="2000" b="0" strike="noStrike" spc="-1">
              <a:solidFill>
                <a:schemeClr val="dk1"/>
              </a:solidFill>
              <a:latin typeface="Aptos"/>
            </a:endParaRPr>
          </a:p>
          <a:p>
            <a:pPr marL="432000" indent="0">
              <a:lnSpc>
                <a:spcPct val="90000"/>
              </a:lnSpc>
              <a:spcBef>
                <a:spcPts val="1417"/>
              </a:spcBef>
              <a:buNone/>
            </a:pPr>
            <a:r>
              <a:rPr lang="en-US" sz="2800" b="0" i="1" strike="noStrike" spc="-1">
                <a:solidFill>
                  <a:schemeClr val="dk1"/>
                </a:solidFill>
                <a:latin typeface="Aptos"/>
              </a:rPr>
              <a:t> </a:t>
            </a:r>
            <a:endParaRPr lang="en-US" sz="2800" b="0" strike="noStrike" spc="-1">
              <a:solidFill>
                <a:schemeClr val="dk1"/>
              </a:solidFill>
              <a:latin typeface="Aptos"/>
            </a:endParaRP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6CC1FA02-0020-4FB4-B3DF-522DBE6EC7F8}" type="slidenum">
              <a:t>9</a:t>
            </a:fld>
            <a:endParaRPr/>
          </a:p>
        </p:txBody>
      </p:sp>
      <p:sp>
        <p:nvSpPr>
          <p:cNvPr id="6" name="PlaceHolder 5"/>
          <p:cNvSpPr>
            <a:spLocks noGrp="1"/>
          </p:cNvSpPr>
          <p:nvPr>
            <p:ph type="dt" idx="6"/>
          </p:nvPr>
        </p:nvSpPr>
        <p:spPr/>
        <p:txBody>
          <a:bodyPr/>
          <a:lstStyle/>
          <a:p>
            <a:fld id="{2BD86942-F6AD-448F-8D54-9BD9FBD988FE}" type="datetime1">
              <a:rPr lang="en-US"/>
              <a:t>9/22/2026</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defTabSz="914400">
              <a:lnSpc>
                <a:spcPct val="90000"/>
              </a:lnSpc>
              <a:buNone/>
              <a:tabLst>
                <a:tab pos="0" algn="l"/>
              </a:tabLst>
            </a:pPr>
            <a:r>
              <a:rPr lang="en-US" sz="4400" b="0" strike="noStrike" spc="-1">
                <a:solidFill>
                  <a:schemeClr val="dk1"/>
                </a:solidFill>
                <a:latin typeface="Aptos Display"/>
              </a:rPr>
              <a:t>Radiograms</a:t>
            </a:r>
            <a:endParaRPr lang="en-US" sz="4400" b="0" strike="noStrike" spc="-1">
              <a:solidFill>
                <a:schemeClr val="dk1"/>
              </a:solidFill>
              <a:latin typeface="Aptos"/>
            </a:endParaRPr>
          </a:p>
        </p:txBody>
      </p:sp>
      <p:sp>
        <p:nvSpPr>
          <p:cNvPr id="76"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marL="432000" indent="0">
              <a:lnSpc>
                <a:spcPct val="90000"/>
              </a:lnSpc>
              <a:spcBef>
                <a:spcPts val="1417"/>
              </a:spcBef>
              <a:buNone/>
            </a:pPr>
            <a:r>
              <a:rPr lang="en-US" sz="2800" b="0" strike="noStrike" spc="-1" dirty="0">
                <a:solidFill>
                  <a:schemeClr val="dk1"/>
                </a:solidFill>
                <a:latin typeface="Aptos"/>
              </a:rPr>
              <a:t>By using Radiograms correctly you can play the game telephone over different modes, different nets, a vast number of times, and come out with the correct password in the end.</a:t>
            </a:r>
          </a:p>
          <a:p>
            <a:pPr marL="432000" indent="0">
              <a:lnSpc>
                <a:spcPct val="90000"/>
              </a:lnSpc>
              <a:spcBef>
                <a:spcPts val="1417"/>
              </a:spcBef>
              <a:buNone/>
            </a:pPr>
            <a:r>
              <a:rPr lang="en-US" sz="2800" b="0" strike="noStrike" spc="-1" dirty="0">
                <a:solidFill>
                  <a:schemeClr val="dk1"/>
                </a:solidFill>
                <a:latin typeface="Aptos"/>
              </a:rPr>
              <a:t>By practicing these operators and traffic handlers can copy accurately and move traffic across various nets as a practical  preparation for public service and emergency communications.</a:t>
            </a:r>
          </a:p>
          <a:p>
            <a:pPr marL="432000" indent="0">
              <a:lnSpc>
                <a:spcPct val="90000"/>
              </a:lnSpc>
              <a:spcBef>
                <a:spcPts val="1417"/>
              </a:spcBef>
              <a:buNone/>
            </a:pPr>
            <a:r>
              <a:rPr lang="en-US" sz="2800" spc="-1" dirty="0">
                <a:solidFill>
                  <a:schemeClr val="dk1"/>
                </a:solidFill>
                <a:latin typeface="Aptos"/>
              </a:rPr>
              <a:t>We will practice recording a Radiogram during the weekly WCKY ARES net 9/24/2026.  Later we will practice transmitting them.</a:t>
            </a:r>
          </a:p>
        </p:txBody>
      </p:sp>
      <p:sp>
        <p:nvSpPr>
          <p:cNvPr id="4" name="PlaceHolder 3"/>
          <p:cNvSpPr>
            <a:spLocks noGrp="1"/>
          </p:cNvSpPr>
          <p:nvPr>
            <p:ph type="ftr" idx="4"/>
          </p:nvPr>
        </p:nvSpPr>
        <p:spPr/>
        <p:txBody>
          <a:bodyPr/>
          <a:lstStyle/>
          <a:p>
            <a:r>
              <a:t>Warren County KY ARES • KQ4TIV Emergency Coordinator</a:t>
            </a:r>
          </a:p>
        </p:txBody>
      </p:sp>
      <p:sp>
        <p:nvSpPr>
          <p:cNvPr id="5" name="PlaceHolder 4"/>
          <p:cNvSpPr>
            <a:spLocks noGrp="1"/>
          </p:cNvSpPr>
          <p:nvPr>
            <p:ph type="sldNum" idx="5"/>
          </p:nvPr>
        </p:nvSpPr>
        <p:spPr/>
        <p:txBody>
          <a:bodyPr/>
          <a:lstStyle/>
          <a:p>
            <a:fld id="{280FA7BA-0365-49BD-96E4-C598A8375FD6}" type="slidenum">
              <a:rPr/>
              <a:t>10</a:t>
            </a:fld>
            <a:endParaRPr/>
          </a:p>
        </p:txBody>
      </p:sp>
      <p:sp>
        <p:nvSpPr>
          <p:cNvPr id="6" name="PlaceHolder 5"/>
          <p:cNvSpPr>
            <a:spLocks noGrp="1"/>
          </p:cNvSpPr>
          <p:nvPr>
            <p:ph type="dt" idx="6"/>
          </p:nvPr>
        </p:nvSpPr>
        <p:spPr/>
        <p:txBody>
          <a:bodyPr/>
          <a:lstStyle/>
          <a:p>
            <a:fld id="{08CE262F-3388-4EDA-A52A-691DAAA1B4FF}" type="datetime1">
              <a:rPr lang="en-US"/>
              <a:t>9/22/2026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10202</TotalTime>
  <Words>640</Words>
  <Application>Microsoft Office PowerPoint</Application>
  <PresentationFormat>Widescreen</PresentationFormat>
  <Paragraphs>90</Paragraphs>
  <Slides>10</Slides>
  <Notes>0</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10</vt:i4>
      </vt:variant>
    </vt:vector>
  </HeadingPairs>
  <TitlesOfParts>
    <vt:vector size="19" baseType="lpstr">
      <vt:lpstr>Aptos</vt:lpstr>
      <vt:lpstr>Aptos Display</vt:lpstr>
      <vt:lpstr>Arial</vt:lpstr>
      <vt:lpstr>Symbol</vt:lpstr>
      <vt:lpstr>Times New Roman</vt:lpstr>
      <vt:lpstr>Wingdings</vt:lpstr>
      <vt:lpstr>Office Theme</vt:lpstr>
      <vt:lpstr>Office Theme</vt:lpstr>
      <vt:lpstr>Office Theme</vt:lpstr>
      <vt:lpstr>Kentucky District 3 Warren County</vt:lpstr>
      <vt:lpstr>Agenda</vt:lpstr>
      <vt:lpstr>General Updates</vt:lpstr>
      <vt:lpstr>Dual Band Roll Up Antenna</vt:lpstr>
      <vt:lpstr>Radiograms</vt:lpstr>
      <vt:lpstr>Radiograms</vt:lpstr>
      <vt:lpstr>Radiograms</vt:lpstr>
      <vt:lpstr>Radiograms</vt:lpstr>
      <vt:lpstr>Radiograms</vt:lpstr>
      <vt:lpstr>Radiograms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Nathaniel Butts</cp:lastModifiedBy>
  <cp:revision>1</cp:revision>
  <dcterms:modified xsi:type="dcterms:W3CDTF">2026-09-22T13:10:54Z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2026-08-11T18:14:18Z</dcterms:created>
  <dc:creator>Nathaniel Butts</dc:creator>
  <dc:description/>
  <dc:language>en-US</dc:language>
  <cp:lastModifiedBy/>
  <dcterms:modified xsi:type="dcterms:W3CDTF">2026-09-21T21:52:48Z</dcterms:modified>
  <cp:revision>10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11</vt:i4>
  </property>
</Properties>
</file>