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56" r:id="rId3"/>
  </p:sldMasterIdLst>
  <p:sldIdLst>
    <p:sldId id="256" r:id="rId4"/>
    <p:sldId id="257" r:id="rId5"/>
    <p:sldId id="258" r:id="rId6"/>
    <p:sldId id="261" r:id="rId7"/>
    <p:sldId id="259" r:id="rId8"/>
    <p:sldId id="267" r:id="rId9"/>
    <p:sldId id="260" r:id="rId10"/>
    <p:sldId id="262" r:id="rId11"/>
    <p:sldId id="263" r:id="rId12"/>
    <p:sldId id="264" r:id="rId13"/>
    <p:sldId id="266" r:id="rId14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8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CBA0023-36BA-434A-944F-E8C85EF82E9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9003C75-7EFB-4F01-8EA3-35D9A550F2B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FE11094-31CE-40F1-BE25-0C744380123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9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sp>
        <p:nvSpPr>
          <p:cNvPr id="9" name="Rectangle 11"/>
          <p:cNvSpPr/>
          <p:nvPr/>
        </p:nvSpPr>
        <p:spPr>
          <a:xfrm>
            <a:off x="0" y="0"/>
            <a:ext cx="227520" cy="685692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" name="Rectangle 13"/>
          <p:cNvSpPr/>
          <p:nvPr/>
        </p:nvSpPr>
        <p:spPr>
          <a:xfrm>
            <a:off x="228600" y="0"/>
            <a:ext cx="90360" cy="685692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Warren County KY ARES • KQ4TIV Emergency Coordinator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ACA673-FB39-429D-AA72-8B34E5BFB3DD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08/29/2026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9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sp>
        <p:nvSpPr>
          <p:cNvPr id="27" name="Rectangle 11"/>
          <p:cNvSpPr/>
          <p:nvPr/>
        </p:nvSpPr>
        <p:spPr>
          <a:xfrm>
            <a:off x="0" y="0"/>
            <a:ext cx="227520" cy="685692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8" name="Rectangle 13"/>
          <p:cNvSpPr/>
          <p:nvPr/>
        </p:nvSpPr>
        <p:spPr>
          <a:xfrm>
            <a:off x="228600" y="0"/>
            <a:ext cx="90360" cy="685692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pic>
        <p:nvPicPr>
          <p:cNvPr id="29" name="Picture 8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pic>
        <p:nvPicPr>
          <p:cNvPr id="30" name="Graphic 1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4440" cy="132444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296724-323F-4D89-8443-D9E30A4B246D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9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sp>
        <p:nvSpPr>
          <p:cNvPr id="39" name="Rectangle 11"/>
          <p:cNvSpPr/>
          <p:nvPr/>
        </p:nvSpPr>
        <p:spPr>
          <a:xfrm>
            <a:off x="0" y="0"/>
            <a:ext cx="227520" cy="6856920"/>
          </a:xfrm>
          <a:prstGeom prst="rect">
            <a:avLst/>
          </a:prstGeom>
          <a:solidFill>
            <a:srgbClr val="17365D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" name="Rectangle 13"/>
          <p:cNvSpPr/>
          <p:nvPr/>
        </p:nvSpPr>
        <p:spPr>
          <a:xfrm>
            <a:off x="228600" y="0"/>
            <a:ext cx="90360" cy="6856920"/>
          </a:xfrm>
          <a:prstGeom prst="rect">
            <a:avLst/>
          </a:prstGeom>
          <a:solidFill>
            <a:srgbClr val="C820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pic>
        <p:nvPicPr>
          <p:cNvPr id="41" name="Picture 8"/>
          <p:cNvPicPr/>
          <p:nvPr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267080" y="1444680"/>
            <a:ext cx="3970800" cy="3656520"/>
          </a:xfrm>
          <a:prstGeom prst="rect">
            <a:avLst/>
          </a:prstGeom>
          <a:ln w="0">
            <a:noFill/>
          </a:ln>
        </p:spPr>
      </p:pic>
      <p:pic>
        <p:nvPicPr>
          <p:cNvPr id="42" name="Graphic 1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50960" y="119160"/>
            <a:ext cx="1324440" cy="132444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&lt;footer&gt;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9DD15E-4ECC-4FB8-9049-9D9029DAE8EA}" type="slidenum">
              <a:rPr lang="en-US"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athanielbutts.github.io/documents/operations/frm.html" TargetMode="External"/><Relationship Id="rId2" Type="http://schemas.openxmlformats.org/officeDocument/2006/relationships/hyperlink" Target="https://nathanielbutts.github.io/documents/operations/operation_plan.html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ather.gov/lmk/skywarn" TargetMode="External"/><Relationship Id="rId2" Type="http://schemas.openxmlformats.org/officeDocument/2006/relationships/hyperlink" Target="https://www.weather.gov/pah/spottertraining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484280" y="256860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Kentucky District 3</a:t>
            </a:r>
            <a:br>
              <a:rPr sz="6000"/>
            </a:br>
            <a:r>
              <a:rPr lang="en-US" sz="6000" b="0" strike="noStrike" spc="-1">
                <a:solidFill>
                  <a:schemeClr val="dk1"/>
                </a:solidFill>
                <a:latin typeface="Aptos Display"/>
              </a:rPr>
              <a:t>Warren County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484280" y="5011560"/>
            <a:ext cx="9142920" cy="73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Aptos"/>
              </a:rPr>
              <a:t>Club Meeting – 2026.09.03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Graphic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09480" y="126720"/>
            <a:ext cx="2742120" cy="2742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Agenda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20999" y="1613646"/>
            <a:ext cx="10514520" cy="474287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Operations Update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🟢Operations Plan (</a:t>
            </a:r>
            <a:r>
              <a:rPr lang="en-US" sz="2400" b="0" strike="noStrike" spc="-1" dirty="0">
                <a:solidFill>
                  <a:schemeClr val="dk1"/>
                </a:solidFill>
                <a:latin typeface="Aptos"/>
                <a:hlinkClick r:id="rId2"/>
              </a:rPr>
              <a:t>Link</a:t>
            </a: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)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🟢 Field Resources Manual (</a:t>
            </a:r>
            <a:r>
              <a:rPr lang="en-US" sz="2400" b="0" strike="noStrike" spc="-1" dirty="0">
                <a:solidFill>
                  <a:schemeClr val="dk1"/>
                </a:solidFill>
                <a:latin typeface="Aptos"/>
                <a:hlinkClick r:id="rId3"/>
              </a:rPr>
              <a:t>Link</a:t>
            </a: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)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🟡 </a:t>
            </a:r>
            <a:r>
              <a:rPr lang="en-US" sz="2400" b="0" strike="noStrike" spc="-1" dirty="0">
                <a:solidFill>
                  <a:srgbClr val="000000"/>
                </a:solidFill>
                <a:latin typeface="+mn-lt"/>
              </a:rPr>
              <a:t>Field Operating Guide </a:t>
            </a: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(Link)</a:t>
            </a:r>
            <a:endParaRPr lang="en-US" sz="2400" b="0" strike="noStrike" spc="-1" dirty="0">
              <a:solidFill>
                <a:srgbClr val="000000"/>
              </a:solidFill>
              <a:latin typeface="+mn-lt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Results of 8/29 Field Exercise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Portable antenna used for NCS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Summary of Discussion with Emergency Management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Weekly net NCS rotation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Nationwide ARRL Simulated Emergency Test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Future: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Desired cadence for meetings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Aptos"/>
              </a:rPr>
              <a:t>Desired cadence for Exercises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CA6CAC6-07F7-48AD-A6A2-FD6A04483556}" type="slidenum">
              <a:rPr/>
              <a:t>2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C20B6823-E64D-4CB8-8445-318CA5E15597}" type="datetime1">
              <a:rPr lang="en-US"/>
              <a:t>9/2/2026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Field Exercise 20260829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113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600200" y="1368000"/>
            <a:ext cx="8541000" cy="4804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A2B3D60F-94A2-43B8-98DD-C4705E6A50D7}" type="slidenum">
              <a:rPr/>
              <a:t>3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D237CB37-F638-4642-BBF2-96E2A0E00A32}" type="datetime1">
              <a:rPr lang="en-US"/>
              <a:t>9/2/2026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No wonder we couldn’t hear KD9GRD</a:t>
            </a:r>
          </a:p>
        </p:txBody>
      </p:sp>
      <p:pic>
        <p:nvPicPr>
          <p:cNvPr id="123" name="Picture 122"/>
          <p:cNvPicPr/>
          <p:nvPr/>
        </p:nvPicPr>
        <p:blipFill>
          <a:blip r:embed="rId2"/>
          <a:stretch/>
        </p:blipFill>
        <p:spPr>
          <a:xfrm>
            <a:off x="1438560" y="1905480"/>
            <a:ext cx="6105240" cy="426672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5"/>
          <p:cNvSpPr txBox="1"/>
          <p:nvPr/>
        </p:nvSpPr>
        <p:spPr>
          <a:xfrm>
            <a:off x="8001000" y="2514600"/>
            <a:ext cx="3351960" cy="2746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defTabSz="914400">
              <a:lnSpc>
                <a:spcPct val="75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/>
                </a:solidFill>
                <a:latin typeface="Aptos"/>
              </a:rPr>
              <a:t>This is good information!  We need to know what obstacles to plan for and what capabilities we actually have.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D86B89A0-3207-4AC3-A291-A65F083332BC}" type="slidenum">
              <a:rPr/>
              <a:t>4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5D8FE135-51BA-4A70-9B79-0C21A0F953D5}" type="datetime1">
              <a:rPr lang="en-US"/>
              <a:t>9/2/2026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ptos Display"/>
              </a:rPr>
              <a:t>Dual Band Roll Up Antenna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943600" y="1825560"/>
            <a:ext cx="540900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Rubber Duckies often have negative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Aptos"/>
              </a:rPr>
              <a:t>dBi</a:t>
            </a:r>
            <a:endParaRPr lang="en-US" sz="2800" b="0" strike="noStrike" spc="-1" dirty="0">
              <a:solidFill>
                <a:schemeClr val="dk1"/>
              </a:solidFill>
              <a:latin typeface="Aptos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Ed Fong WB6IQN Design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Replace 4-1/4” of RG-174A with 5” of RG8X with 5” cut in ladder line to match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A good chunk of shrink wrap (red box) over the Coax going to radio will secure it to the ladder line and join the stub and ladder line together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123"/>
          <p:cNvPicPr/>
          <p:nvPr/>
        </p:nvPicPr>
        <p:blipFill>
          <a:blip r:embed="rId2"/>
          <a:stretch/>
        </p:blipFill>
        <p:spPr>
          <a:xfrm>
            <a:off x="914400" y="1828800"/>
            <a:ext cx="4531680" cy="4342680"/>
          </a:xfrm>
          <a:prstGeom prst="rect">
            <a:avLst/>
          </a:prstGeom>
          <a:ln w="0">
            <a:noFill/>
          </a:ln>
        </p:spPr>
      </p:pic>
      <p:sp>
        <p:nvSpPr>
          <p:cNvPr id="118" name="Rectangle 1"/>
          <p:cNvSpPr/>
          <p:nvPr/>
        </p:nvSpPr>
        <p:spPr>
          <a:xfrm>
            <a:off x="2999160" y="2779920"/>
            <a:ext cx="465480" cy="1169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119" name="Rectangle 6"/>
          <p:cNvSpPr/>
          <p:nvPr/>
        </p:nvSpPr>
        <p:spPr>
          <a:xfrm>
            <a:off x="2947320" y="4742640"/>
            <a:ext cx="465480" cy="1169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75F86850-FCA5-4A29-AE72-AA4772265699}" type="slidenum">
              <a:rPr/>
              <a:t>5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86D745F-F1D0-4138-BA0A-F6338C8A04B3}" type="datetime1">
              <a:rPr lang="en-US"/>
              <a:t>9/2/2026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494E-44C5-2D7D-FBA4-C1C78BA1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Setup Roll Up Antenna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7EB9BC-AE0C-ACB4-90D0-62CB4D4F5906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7256" y="1570131"/>
            <a:ext cx="2447194" cy="43497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337003-EE1C-D1EA-BB6F-41630D8C57D4}"/>
              </a:ext>
            </a:extLst>
          </p:cNvPr>
          <p:cNvSpPr txBox="1"/>
          <p:nvPr/>
        </p:nvSpPr>
        <p:spPr>
          <a:xfrm>
            <a:off x="1241732" y="2551837"/>
            <a:ext cx="42134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NCS for Field Exercise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Dual Band roll up antenna on 20-25 foot of extendable painter’s pole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Passed coax through window to 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Parked on top floor of parking structure in Downtown BG</a:t>
            </a:r>
          </a:p>
        </p:txBody>
      </p:sp>
    </p:spTree>
    <p:extLst>
      <p:ext uri="{BB962C8B-B14F-4D97-AF65-F5344CB8AC3E}">
        <p14:creationId xmlns:p14="http://schemas.microsoft.com/office/powerpoint/2010/main" val="840412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Warren County EM Discussions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333" lnSpcReduction="10000"/>
          </a:bodyPr>
          <a:lstStyle/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KY4JPS introduced me to the Director of Public Safety Bill Rector and Deputy Director of WCEM Kevin Bailey.  On 8/14, Pat and myself met with Kevin (Bill not able to attend due to family emergency). 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I introduced our group, its mission and priorities, and we discussed how ARES can help with their goals.  It was a high-level meeting, and I expect it to be the first of many. 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He did mention that there will be a statewide, all first responders SET, in the spring of 2027, something they do every 5 years.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75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He specifically mentioned </a:t>
            </a:r>
            <a:r>
              <a:rPr lang="en-US" sz="2800" b="0" strike="noStrike" spc="-1" dirty="0" err="1">
                <a:solidFill>
                  <a:schemeClr val="dk1"/>
                </a:solidFill>
                <a:latin typeface="Aptos"/>
              </a:rPr>
              <a:t>Winlink</a:t>
            </a: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 and other digital modes, so please start learning about those.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E1050D4-CCB0-466C-8EA0-7614B5A0A821}" type="slidenum">
              <a:rPr/>
              <a:t>7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8A19FBC8-628D-4B44-A114-E880CFC3C9E9}" type="datetime1">
              <a:rPr lang="en-US"/>
              <a:t>9/2/2026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Net Rotation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A7C0B8FD-06C0-465E-A252-57E348B824EA}" type="slidenum">
              <a:rPr/>
              <a:t>8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EB784AA0-1BA3-4979-B915-CF7D9A323C4B}" type="datetime1">
              <a:rPr lang="en-US"/>
              <a:t>9/2/2026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FE79A1-AD75-28BB-6E6F-35B6DAD46E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2057399" y="1282220"/>
            <a:ext cx="7400365" cy="5065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Aptos Display"/>
              </a:rPr>
              <a:t>ARRL Simulated Emergency Test (SET)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10/3-10/4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Will be a surprise time and event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Aptos"/>
              </a:rPr>
              <a:t>Working with SEC to verify state participation plans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chemeClr val="dk1"/>
                </a:solidFill>
                <a:latin typeface="Aptos"/>
              </a:rPr>
              <a:t>Do we want to participate, even if it means making our own?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"/>
          <p:cNvSpPr/>
          <p:nvPr/>
        </p:nvSpPr>
        <p:spPr>
          <a:xfrm>
            <a:off x="1994040" y="6181200"/>
            <a:ext cx="9358560" cy="2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100" b="0" i="1" strike="noStrike" spc="-1">
                <a:solidFill>
                  <a:schemeClr val="dk2">
                    <a:lumMod val="50000"/>
                    <a:lumOff val="50000"/>
                  </a:schemeClr>
                </a:solidFill>
                <a:latin typeface="Aptos"/>
              </a:rPr>
              <a:t>https://www.arrl.org/simulated-emergency-test?utm_source=Informz&amp;utm_medium=Email&amp;utm_campaign=ARRL&amp;_zs=pgaDm&amp;_zl=J2tq3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Warren County KY ARES • KQ4TIV Emergency Coordinator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481FC31-609E-41B7-9877-4A25E608E68C}" type="slidenum">
              <a:rPr/>
              <a:t>9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fld id="{68087D23-B12A-4F08-A6A1-DC1C9C54DE69}" type="datetime1">
              <a:rPr lang="en-US"/>
              <a:t>9/2/2026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chemeClr val="dk1"/>
                </a:solidFill>
                <a:latin typeface="Aptos Display"/>
              </a:rPr>
              <a:t>NWS Spotter Training</a:t>
            </a:r>
            <a:endParaRPr lang="en-US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chemeClr val="dk1"/>
                </a:solidFill>
                <a:latin typeface="Aptos"/>
              </a:rPr>
              <a:t>The National Weather Service offers spotter (SKYWARN) training and certification on a regular basis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chemeClr val="dk1"/>
                </a:solidFill>
                <a:latin typeface="Aptos"/>
              </a:rPr>
              <a:t>You can sign up and take the classes online at </a:t>
            </a:r>
            <a:r>
              <a:rPr lang="en-US" sz="1800" b="0" u="sng" strike="noStrike" spc="-1" dirty="0">
                <a:solidFill>
                  <a:schemeClr val="dk1"/>
                </a:solidFill>
                <a:uFillTx/>
                <a:latin typeface="Aptos"/>
                <a:hlinkClick r:id="rId2"/>
              </a:rPr>
              <a:t>https://www.weather.gov/pah/spottertraining</a:t>
            </a:r>
            <a:r>
              <a:rPr lang="en-US" sz="1800" b="0" strike="noStrike" spc="-1" dirty="0">
                <a:solidFill>
                  <a:schemeClr val="dk1"/>
                </a:solidFill>
                <a:latin typeface="Aptos"/>
              </a:rPr>
              <a:t> or </a:t>
            </a:r>
            <a:r>
              <a:rPr lang="en-US" sz="1800" b="0" u="sng" strike="noStrike" spc="-1" dirty="0">
                <a:solidFill>
                  <a:schemeClr val="dk1"/>
                </a:solidFill>
                <a:uFillTx/>
                <a:latin typeface="Aptos"/>
                <a:hlinkClick r:id="rId3"/>
              </a:rPr>
              <a:t>https://www.weather.gov/lmk/skywarn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chemeClr val="dk1"/>
                </a:solidFill>
                <a:latin typeface="Aptos"/>
              </a:rPr>
              <a:t>Paducah is offering Elite Spotter Training (Advanced Spotting) on 10/22/26 from 18:00-22:00, but you must be Basic certified before taking this one.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7429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strike="noStrike" spc="-1" dirty="0">
                <a:solidFill>
                  <a:schemeClr val="dk1"/>
                </a:solidFill>
                <a:latin typeface="Aptos"/>
              </a:rPr>
              <a:t>Class is offered as on-line webinar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14F5-27B9-5196-CC33-1117D40F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3C21-91D0-3F18-753A-2E77357D503C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685800" indent="-457200">
              <a:lnSpc>
                <a:spcPct val="100000"/>
              </a:lnSpc>
              <a:tabLst>
                <a:tab pos="0" algn="l"/>
              </a:tabLst>
            </a:pPr>
            <a:r>
              <a:rPr lang="en-US" spc="-1" dirty="0">
                <a:solidFill>
                  <a:schemeClr val="dk1"/>
                </a:solidFill>
              </a:rPr>
              <a:t>How often do you want to hold meetings?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marL="685800" indent="-457200">
              <a:lnSpc>
                <a:spcPct val="100000"/>
              </a:lnSpc>
              <a:tabLst>
                <a:tab pos="0" algn="l"/>
              </a:tabLst>
            </a:pPr>
            <a:r>
              <a:rPr lang="en-US" spc="-1" dirty="0">
                <a:solidFill>
                  <a:schemeClr val="dk1"/>
                </a:solidFill>
              </a:rPr>
              <a:t>How often do you want to do field exercises?</a:t>
            </a:r>
          </a:p>
          <a:p>
            <a:pPr marL="685800" indent="-457200">
              <a:lnSpc>
                <a:spcPct val="100000"/>
              </a:lnSpc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Aptos" panose="020B0004020202020204" pitchFamily="34" charset="0"/>
              </a:rPr>
              <a:t>Is format of Net OK or do you want more tactical?</a:t>
            </a:r>
          </a:p>
          <a:p>
            <a:pPr marL="685800" indent="-457200">
              <a:lnSpc>
                <a:spcPct val="100000"/>
              </a:lnSpc>
              <a:tabLst>
                <a:tab pos="0" algn="l"/>
              </a:tabLst>
            </a:pPr>
            <a:r>
              <a:rPr lang="en-US" spc="-1" dirty="0">
                <a:solidFill>
                  <a:schemeClr val="dk1"/>
                </a:solidFill>
              </a:rPr>
              <a:t>What else can I do for you?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097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10192</TotalTime>
  <Words>594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Kentucky District 3 Warren County</vt:lpstr>
      <vt:lpstr>Agenda</vt:lpstr>
      <vt:lpstr>Field Exercise 20260829</vt:lpstr>
      <vt:lpstr>No wonder we couldn’t hear KD9GRD</vt:lpstr>
      <vt:lpstr>Dual Band Roll Up Antenna</vt:lpstr>
      <vt:lpstr>Mobile Setup Roll Up Antenna</vt:lpstr>
      <vt:lpstr>Warren County EM Discussions</vt:lpstr>
      <vt:lpstr>Net Rotation</vt:lpstr>
      <vt:lpstr>ARRL Simulated Emergency Test (SET)</vt:lpstr>
      <vt:lpstr>NWS Spotter Training</vt:lpstr>
      <vt:lpstr>Future Items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Nathaniel Butts</dc:creator>
  <dc:description/>
  <cp:lastModifiedBy>Nathaniel Butts</cp:lastModifiedBy>
  <cp:revision>8</cp:revision>
  <dcterms:created xsi:type="dcterms:W3CDTF">2026-08-11T18:14:18Z</dcterms:created>
  <dcterms:modified xsi:type="dcterms:W3CDTF">2026-09-02T21:03:41Z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