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CBA0023-36BA-434A-944F-E8C85EF82E9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FE11094-31CE-40F1-BE25-0C744380123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9"/>
          <p:cNvPicPr/>
          <p:nvPr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267080" y="1444680"/>
            <a:ext cx="3970800" cy="3656520"/>
          </a:xfrm>
          <a:prstGeom prst="rect">
            <a:avLst/>
          </a:prstGeom>
          <a:ln w="0">
            <a:noFill/>
          </a:ln>
        </p:spPr>
      </p:pic>
      <p:sp>
        <p:nvSpPr>
          <p:cNvPr id="9" name="Rectangle 11"/>
          <p:cNvSpPr/>
          <p:nvPr/>
        </p:nvSpPr>
        <p:spPr>
          <a:xfrm>
            <a:off x="0" y="0"/>
            <a:ext cx="227520" cy="685692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2" name="Rectangle 13"/>
          <p:cNvSpPr/>
          <p:nvPr/>
        </p:nvSpPr>
        <p:spPr>
          <a:xfrm>
            <a:off x="228600" y="0"/>
            <a:ext cx="90360" cy="685692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Warren County KY ARES • KQ4TIV Emergency Coordinator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ACA673-FB39-429D-AA72-8B34E5BFB3DD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08/29/2026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9"/>
          <p:cNvPicPr/>
          <p:nvPr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267080" y="1444680"/>
            <a:ext cx="3970800" cy="3656520"/>
          </a:xfrm>
          <a:prstGeom prst="rect">
            <a:avLst/>
          </a:prstGeom>
          <a:ln w="0">
            <a:noFill/>
          </a:ln>
        </p:spPr>
      </p:pic>
      <p:sp>
        <p:nvSpPr>
          <p:cNvPr id="39" name="Rectangle 11"/>
          <p:cNvSpPr/>
          <p:nvPr/>
        </p:nvSpPr>
        <p:spPr>
          <a:xfrm>
            <a:off x="0" y="0"/>
            <a:ext cx="227520" cy="685692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0" name="Rectangle 13"/>
          <p:cNvSpPr/>
          <p:nvPr/>
        </p:nvSpPr>
        <p:spPr>
          <a:xfrm>
            <a:off x="228600" y="0"/>
            <a:ext cx="90360" cy="685692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pic>
        <p:nvPicPr>
          <p:cNvPr id="41" name="Picture 8"/>
          <p:cNvPicPr/>
          <p:nvPr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267080" y="1444680"/>
            <a:ext cx="3970800" cy="3656520"/>
          </a:xfrm>
          <a:prstGeom prst="rect">
            <a:avLst/>
          </a:prstGeom>
          <a:ln w="0">
            <a:noFill/>
          </a:ln>
        </p:spPr>
      </p:pic>
      <p:pic>
        <p:nvPicPr>
          <p:cNvPr id="42" name="Graphic 1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4440" cy="132444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9DD15E-4ECC-4FB8-9049-9D9029DAE8EA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484280" y="256860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Kentucky District 3</a:t>
            </a:r>
            <a:br>
              <a:rPr sz="6000"/>
            </a:b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Warren County</a:t>
            </a:r>
            <a:endParaRPr lang="en-US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1484280" y="5011560"/>
            <a:ext cx="9142920" cy="73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Club Meeting – 2026.11.14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Graphic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09480" y="126720"/>
            <a:ext cx="2742120" cy="2742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</p:spPr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</p:spPr>
        <p:txBody>
          <a:bodyPr/>
          <a:lstStyle/>
          <a:p>
            <a:fld id="{DCA6CAC6-07F7-48AD-A6A2-FD6A04483556}" type="slidenum">
              <a:rPr lang="en-US"/>
              <a:pPr/>
              <a:t>2</a:t>
            </a:fld>
            <a:endParaRPr lang="en-US"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</p:spPr>
        <p:txBody>
          <a:bodyPr/>
          <a:lstStyle/>
          <a:p>
            <a:fld id="{C20B6823-E64D-4CB8-8445-318CA5E15597}" type="datetime1">
              <a:rPr lang="en-US"/>
              <a:pPr/>
              <a:t>10/14/2026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1886F8-2D2D-9F41-7D6F-82E58CCEA81D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dirty="0"/>
              <a:t>Members</a:t>
            </a:r>
          </a:p>
          <a:p>
            <a:pPr lvl="1"/>
            <a:r>
              <a:rPr lang="en-US" dirty="0">
                <a:hlinkClick r:id="rId2" action="ppaction://hlinksldjump"/>
              </a:rPr>
              <a:t>Roster</a:t>
            </a:r>
            <a:endParaRPr lang="en-US" dirty="0"/>
          </a:p>
          <a:p>
            <a:pPr lvl="1"/>
            <a:r>
              <a:rPr lang="en-US" dirty="0">
                <a:hlinkClick r:id="rId3" action="ppaction://hlinksldjump"/>
              </a:rPr>
              <a:t>Identification</a:t>
            </a:r>
            <a:endParaRPr lang="en-US" dirty="0"/>
          </a:p>
          <a:p>
            <a:r>
              <a:rPr lang="en-US" dirty="0"/>
              <a:t>Operations</a:t>
            </a:r>
          </a:p>
          <a:p>
            <a:pPr lvl="1"/>
            <a:r>
              <a:rPr lang="en-US" dirty="0">
                <a:hlinkClick r:id="rId4" action="ppaction://hlinksldjump"/>
              </a:rPr>
              <a:t>Served Agencies</a:t>
            </a:r>
            <a:endParaRPr lang="en-US" dirty="0"/>
          </a:p>
          <a:p>
            <a:pPr lvl="1"/>
            <a:r>
              <a:rPr lang="en-US" dirty="0">
                <a:hlinkClick r:id="rId5" action="ppaction://hlinksldjump"/>
              </a:rPr>
              <a:t>Net Reports</a:t>
            </a:r>
            <a:endParaRPr lang="en-US" dirty="0"/>
          </a:p>
          <a:p>
            <a:r>
              <a:rPr lang="en-US" dirty="0"/>
              <a:t>Demonstration</a:t>
            </a:r>
          </a:p>
          <a:p>
            <a:pPr lvl="1"/>
            <a:r>
              <a:rPr lang="en-US" dirty="0">
                <a:hlinkClick r:id="rId6" action="ppaction://hlinksldjump"/>
              </a:rPr>
              <a:t>VHF Packet Email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BB34-BDCC-916C-DFEF-15311D68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FF610-7513-C003-240E-24D9218ADA91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3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CE07-75DE-62EF-44B2-14B6985B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B60B-336C-952E-A8C9-17D762C4E4A3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65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D6E5-C4F0-8F6B-11A9-D925D8BD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Served Agencies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0FD22-A778-6630-01B1-27AAD738275A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6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4211-E0D3-910D-E7DA-31A01C20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65B9F-8EE2-3175-8823-BDF8BEC041FA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EA3AD-BC3E-F245-40F4-46A5E3BD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Radio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EEBAF-62D9-A944-E0E1-DFD98AAFCA0C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577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10369</TotalTime>
  <Words>41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Kentucky District 3 Warren County</vt:lpstr>
      <vt:lpstr>Agenda</vt:lpstr>
      <vt:lpstr>Members</vt:lpstr>
      <vt:lpstr>Identification</vt:lpstr>
      <vt:lpstr>Served Agencies</vt:lpstr>
      <vt:lpstr>Net Reports</vt:lpstr>
      <vt:lpstr>Packet Radio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Nathaniel Butts</dc:creator>
  <dc:description/>
  <cp:lastModifiedBy>Nathaniel Butts</cp:lastModifiedBy>
  <cp:revision>10</cp:revision>
  <dcterms:created xsi:type="dcterms:W3CDTF">2026-08-11T18:14:18Z</dcterms:created>
  <dcterms:modified xsi:type="dcterms:W3CDTF">2026-10-14T20:34:52Z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