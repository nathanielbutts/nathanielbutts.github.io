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5"/>
  </p:notesMasterIdLst>
  <p:sldIdLst>
    <p:sldId id="256" r:id="rId2"/>
    <p:sldId id="259" r:id="rId3"/>
    <p:sldId id="260" r:id="rId4"/>
    <p:sldId id="261" r:id="rId5"/>
    <p:sldId id="262" r:id="rId6"/>
    <p:sldId id="263" r:id="rId7"/>
    <p:sldId id="264" r:id="rId8"/>
    <p:sldId id="265" r:id="rId9"/>
    <p:sldId id="266" r:id="rId10"/>
    <p:sldId id="267" r:id="rId11"/>
    <p:sldId id="268" r:id="rId12"/>
    <p:sldId id="269" r:id="rId13"/>
    <p:sldId id="270" r:id="rId14"/>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8202F"/>
    <a:srgbClr val="17365D"/>
    <a:srgbClr val="F4F6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0146" autoAdjust="0"/>
  </p:normalViewPr>
  <p:slideViewPr>
    <p:cSldViewPr snapToGrid="0">
      <p:cViewPr varScale="1">
        <p:scale>
          <a:sx n="67" d="100"/>
          <a:sy n="67" d="100"/>
        </p:scale>
        <p:origin x="604" y="44"/>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55" d="100"/>
          <a:sy n="55" d="100"/>
        </p:scale>
        <p:origin x="2576" y="5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34D9F03B-745E-41AB-A168-70D5E08192EE}" type="datetimeFigureOut">
              <a:rPr lang="en-US" smtClean="0"/>
              <a:t>10/9/2026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42D643A9-9A26-4EFE-8DE6-4ED578E92109}" type="slidenum">
              <a:rPr lang="en-US" smtClean="0"/>
              <a:t>‹#›</a:t>
            </a:fld>
            <a:endParaRPr lang="en-US"/>
          </a:p>
        </p:txBody>
      </p:sp>
    </p:spTree>
    <p:extLst>
      <p:ext uri="{BB962C8B-B14F-4D97-AF65-F5344CB8AC3E}">
        <p14:creationId xmlns:p14="http://schemas.microsoft.com/office/powerpoint/2010/main" val="87934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D643A9-9A26-4EFE-8DE6-4ED578E92109}" type="slidenum">
              <a:rPr lang="en-US" smtClean="0"/>
              <a:t>1</a:t>
            </a:fld>
            <a:endParaRPr lang="en-US"/>
          </a:p>
        </p:txBody>
      </p:sp>
    </p:spTree>
    <p:extLst>
      <p:ext uri="{BB962C8B-B14F-4D97-AF65-F5344CB8AC3E}">
        <p14:creationId xmlns:p14="http://schemas.microsoft.com/office/powerpoint/2010/main" val="3416380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D643A9-9A26-4EFE-8DE6-4ED578E92109}" type="slidenum">
              <a:rPr lang="en-US" smtClean="0"/>
              <a:t>2</a:t>
            </a:fld>
            <a:endParaRPr lang="en-US"/>
          </a:p>
        </p:txBody>
      </p:sp>
    </p:spTree>
    <p:extLst>
      <p:ext uri="{BB962C8B-B14F-4D97-AF65-F5344CB8AC3E}">
        <p14:creationId xmlns:p14="http://schemas.microsoft.com/office/powerpoint/2010/main" val="11068780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D643A9-9A26-4EFE-8DE6-4ED578E92109}" type="slidenum">
              <a:rPr lang="en-US" smtClean="0"/>
              <a:t>3</a:t>
            </a:fld>
            <a:endParaRPr lang="en-US"/>
          </a:p>
        </p:txBody>
      </p:sp>
    </p:spTree>
    <p:extLst>
      <p:ext uri="{BB962C8B-B14F-4D97-AF65-F5344CB8AC3E}">
        <p14:creationId xmlns:p14="http://schemas.microsoft.com/office/powerpoint/2010/main" val="17439750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D643A9-9A26-4EFE-8DE6-4ED578E92109}" type="slidenum">
              <a:rPr lang="en-US" smtClean="0"/>
              <a:t>4</a:t>
            </a:fld>
            <a:endParaRPr lang="en-US"/>
          </a:p>
        </p:txBody>
      </p:sp>
    </p:spTree>
    <p:extLst>
      <p:ext uri="{BB962C8B-B14F-4D97-AF65-F5344CB8AC3E}">
        <p14:creationId xmlns:p14="http://schemas.microsoft.com/office/powerpoint/2010/main" val="9916841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For Level 1 warnings or alerts an official anticipates a potential need for ARES assistance. The following sequence shall be initiated:</a:t>
            </a:r>
          </a:p>
          <a:p>
            <a:pPr lvl="0"/>
            <a:r>
              <a:rPr lang="en-US" dirty="0"/>
              <a:t>EC contacts EMA officials to confirm contact information and information related to potential activation</a:t>
            </a:r>
          </a:p>
          <a:p>
            <a:pPr lvl="0"/>
            <a:r>
              <a:rPr lang="en-US" dirty="0"/>
              <a:t>EC contacts WCKY ARES group members to confirm contact information and member availability</a:t>
            </a:r>
          </a:p>
          <a:p>
            <a:pPr lvl="0"/>
            <a:r>
              <a:rPr lang="en-US" dirty="0"/>
              <a:t>ARES members should check their equipment and ensure they have emergency power capabilities</a:t>
            </a:r>
          </a:p>
          <a:p>
            <a:pPr lvl="0"/>
            <a:r>
              <a:rPr lang="en-US" dirty="0"/>
              <a:t>ARES members should check or prepare 24 hour or 72 hour go kits</a:t>
            </a:r>
          </a:p>
          <a:p>
            <a:pPr lvl="0"/>
            <a:r>
              <a:rPr lang="en-US" dirty="0"/>
              <a:t>EC notifies DEC, ASEC, or SEC of situation</a:t>
            </a:r>
          </a:p>
          <a:p>
            <a:endParaRPr lang="en-US" dirty="0"/>
          </a:p>
        </p:txBody>
      </p:sp>
      <p:sp>
        <p:nvSpPr>
          <p:cNvPr id="4" name="Slide Number Placeholder 3"/>
          <p:cNvSpPr>
            <a:spLocks noGrp="1"/>
          </p:cNvSpPr>
          <p:nvPr>
            <p:ph type="sldNum" sz="quarter" idx="5"/>
          </p:nvPr>
        </p:nvSpPr>
        <p:spPr/>
        <p:txBody>
          <a:bodyPr/>
          <a:lstStyle/>
          <a:p>
            <a:fld id="{42D643A9-9A26-4EFE-8DE6-4ED578E92109}" type="slidenum">
              <a:rPr lang="en-US" smtClean="0"/>
              <a:t>5</a:t>
            </a:fld>
            <a:endParaRPr lang="en-US"/>
          </a:p>
        </p:txBody>
      </p:sp>
    </p:spTree>
    <p:extLst>
      <p:ext uri="{BB962C8B-B14F-4D97-AF65-F5344CB8AC3E}">
        <p14:creationId xmlns:p14="http://schemas.microsoft.com/office/powerpoint/2010/main" val="38848799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590E7-258B-1D8B-12E8-83AB985D0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8A8CF8-105F-7B5F-353B-72D68EC76E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6E6232-9C60-1BC0-F24D-48B9A03136C8}"/>
              </a:ext>
            </a:extLst>
          </p:cNvPr>
          <p:cNvSpPr>
            <a:spLocks noGrp="1"/>
          </p:cNvSpPr>
          <p:nvPr>
            <p:ph type="body" idx="1"/>
          </p:nvPr>
        </p:nvSpPr>
        <p:spPr/>
        <p:txBody>
          <a:bodyPr/>
          <a:lstStyle/>
          <a:p>
            <a:r>
              <a:rPr lang="en-US" dirty="0"/>
              <a:t>For Level 2 warnings or alerts an official has identified an impending need for ARES activation. Level 1 tasks shall be initiated, if not already performed, and the following items shall also be initiated:</a:t>
            </a:r>
          </a:p>
          <a:p>
            <a:pPr lvl="0"/>
            <a:r>
              <a:rPr lang="en-US" dirty="0"/>
              <a:t>EC contacts local EMA official to obtain list of sites and locations where communication may be needed, along with staging areas</a:t>
            </a:r>
          </a:p>
          <a:p>
            <a:pPr lvl="0"/>
            <a:r>
              <a:rPr lang="en-US" dirty="0"/>
              <a:t>DEC, ASEC, or SEC contacts other county ECs in the district to inform of potential need for additional ARES members from other districts</a:t>
            </a:r>
          </a:p>
        </p:txBody>
      </p:sp>
      <p:sp>
        <p:nvSpPr>
          <p:cNvPr id="4" name="Slide Number Placeholder 3">
            <a:extLst>
              <a:ext uri="{FF2B5EF4-FFF2-40B4-BE49-F238E27FC236}">
                <a16:creationId xmlns:a16="http://schemas.microsoft.com/office/drawing/2014/main" id="{91A6F8EE-07B6-8447-4005-CB7D8D7390B4}"/>
              </a:ext>
            </a:extLst>
          </p:cNvPr>
          <p:cNvSpPr>
            <a:spLocks noGrp="1"/>
          </p:cNvSpPr>
          <p:nvPr>
            <p:ph type="sldNum" sz="quarter" idx="5"/>
          </p:nvPr>
        </p:nvSpPr>
        <p:spPr/>
        <p:txBody>
          <a:bodyPr/>
          <a:lstStyle/>
          <a:p>
            <a:fld id="{42D643A9-9A26-4EFE-8DE6-4ED578E92109}" type="slidenum">
              <a:rPr lang="en-US" smtClean="0"/>
              <a:t>6</a:t>
            </a:fld>
            <a:endParaRPr lang="en-US"/>
          </a:p>
        </p:txBody>
      </p:sp>
    </p:spTree>
    <p:extLst>
      <p:ext uri="{BB962C8B-B14F-4D97-AF65-F5344CB8AC3E}">
        <p14:creationId xmlns:p14="http://schemas.microsoft.com/office/powerpoint/2010/main" val="42316247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93A5-73B4-C4E5-1A10-D21F2B31D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A0807A-603F-6445-A1C1-286B9C60EA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47224-CDB9-1A7B-1351-34078D0C9AA3}"/>
              </a:ext>
            </a:extLst>
          </p:cNvPr>
          <p:cNvSpPr>
            <a:spLocks noGrp="1"/>
          </p:cNvSpPr>
          <p:nvPr>
            <p:ph type="body" idx="1"/>
          </p:nvPr>
        </p:nvSpPr>
        <p:spPr/>
        <p:txBody>
          <a:bodyPr/>
          <a:lstStyle/>
          <a:p>
            <a:r>
              <a:rPr lang="en-US" dirty="0"/>
              <a:t>For Level 3 warnings or alerts, the local EMA official has officially requested support from WCKY ARES group. The EC will act as liaison between served agency and deployment of ARES personnel. Upon arrival at assigned location, ARES members should identify themselves immediately to the person in charge.</a:t>
            </a:r>
          </a:p>
        </p:txBody>
      </p:sp>
      <p:sp>
        <p:nvSpPr>
          <p:cNvPr id="4" name="Slide Number Placeholder 3">
            <a:extLst>
              <a:ext uri="{FF2B5EF4-FFF2-40B4-BE49-F238E27FC236}">
                <a16:creationId xmlns:a16="http://schemas.microsoft.com/office/drawing/2014/main" id="{2CB9C1A0-772C-3E2F-84A1-296CADC1E9C2}"/>
              </a:ext>
            </a:extLst>
          </p:cNvPr>
          <p:cNvSpPr>
            <a:spLocks noGrp="1"/>
          </p:cNvSpPr>
          <p:nvPr>
            <p:ph type="sldNum" sz="quarter" idx="5"/>
          </p:nvPr>
        </p:nvSpPr>
        <p:spPr/>
        <p:txBody>
          <a:bodyPr/>
          <a:lstStyle/>
          <a:p>
            <a:fld id="{42D643A9-9A26-4EFE-8DE6-4ED578E92109}" type="slidenum">
              <a:rPr lang="en-US" smtClean="0"/>
              <a:t>7</a:t>
            </a:fld>
            <a:endParaRPr lang="en-US"/>
          </a:p>
        </p:txBody>
      </p:sp>
    </p:spTree>
    <p:extLst>
      <p:ext uri="{BB962C8B-B14F-4D97-AF65-F5344CB8AC3E}">
        <p14:creationId xmlns:p14="http://schemas.microsoft.com/office/powerpoint/2010/main" val="39957571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hate the phrase “Chain of Command”, but it is important that we communicate and follow instructions in an orderly and predefined manner.</a:t>
            </a:r>
          </a:p>
        </p:txBody>
      </p:sp>
      <p:sp>
        <p:nvSpPr>
          <p:cNvPr id="4" name="Slide Number Placeholder 3"/>
          <p:cNvSpPr>
            <a:spLocks noGrp="1"/>
          </p:cNvSpPr>
          <p:nvPr>
            <p:ph type="sldNum" sz="quarter" idx="5"/>
          </p:nvPr>
        </p:nvSpPr>
        <p:spPr/>
        <p:txBody>
          <a:bodyPr/>
          <a:lstStyle/>
          <a:p>
            <a:fld id="{42D643A9-9A26-4EFE-8DE6-4ED578E92109}" type="slidenum">
              <a:rPr lang="en-US" smtClean="0"/>
              <a:t>8</a:t>
            </a:fld>
            <a:endParaRPr lang="en-US"/>
          </a:p>
        </p:txBody>
      </p:sp>
    </p:spTree>
    <p:extLst>
      <p:ext uri="{BB962C8B-B14F-4D97-AF65-F5344CB8AC3E}">
        <p14:creationId xmlns:p14="http://schemas.microsoft.com/office/powerpoint/2010/main" val="2781857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D643A9-9A26-4EFE-8DE6-4ED578E92109}" type="slidenum">
              <a:rPr lang="en-US" smtClean="0"/>
              <a:t>9</a:t>
            </a:fld>
            <a:endParaRPr lang="en-US"/>
          </a:p>
        </p:txBody>
      </p:sp>
    </p:spTree>
    <p:extLst>
      <p:ext uri="{BB962C8B-B14F-4D97-AF65-F5344CB8AC3E}">
        <p14:creationId xmlns:p14="http://schemas.microsoft.com/office/powerpoint/2010/main" val="13205234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practice “never go alone” in deployment, to provide multiple operators and equipment to each location, and allow one operator to establish communication while a second sets up equipment.</a:t>
            </a:r>
          </a:p>
        </p:txBody>
      </p:sp>
      <p:sp>
        <p:nvSpPr>
          <p:cNvPr id="4" name="Slide Number Placeholder 3"/>
          <p:cNvSpPr>
            <a:spLocks noGrp="1"/>
          </p:cNvSpPr>
          <p:nvPr>
            <p:ph type="sldNum" sz="quarter" idx="5"/>
          </p:nvPr>
        </p:nvSpPr>
        <p:spPr/>
        <p:txBody>
          <a:bodyPr/>
          <a:lstStyle/>
          <a:p>
            <a:fld id="{42D643A9-9A26-4EFE-8DE6-4ED578E92109}" type="slidenum">
              <a:rPr lang="en-US" smtClean="0"/>
              <a:t>10</a:t>
            </a:fld>
            <a:endParaRPr lang="en-US"/>
          </a:p>
        </p:txBody>
      </p:sp>
    </p:spTree>
    <p:extLst>
      <p:ext uri="{BB962C8B-B14F-4D97-AF65-F5344CB8AC3E}">
        <p14:creationId xmlns:p14="http://schemas.microsoft.com/office/powerpoint/2010/main" val="14408329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Shelter operations and other deployment sites should be staffed by a minimum of two ARES operators; one to manage the radio and the other to act as a runner/logger. Communications will normally be on 2 meters or 70 cm. However, other modes/technologies such as MESH or NBEMS may be employed.</a:t>
            </a:r>
          </a:p>
          <a:p>
            <a:r>
              <a:rPr lang="en-US" dirty="0"/>
              <a:t>The purpose of radio operators supporting shelters is to provide communications between the Shelter Manager and the organization in charge of the shelters, usually the Red Cross or Salvation Army. Shelter operations may be on their own net depending on the scale of the incident. Some of the communications involved may be lists of persons at the shelter, logistics requests, or welfare messages. Ideally these should be passed by packet, NBEMS, </a:t>
            </a:r>
            <a:r>
              <a:rPr lang="en-US" dirty="0" err="1"/>
              <a:t>Winlink</a:t>
            </a:r>
            <a:r>
              <a:rPr lang="en-US" dirty="0"/>
              <a:t>, or D-Star. Internal shelter communications should be accomplished by other means, i.e., simplex, Family Radio Service, etc.</a:t>
            </a:r>
          </a:p>
          <a:p>
            <a:r>
              <a:rPr lang="en-US" dirty="0"/>
              <a:t>Operators should avoid accepting duties or roles other than those associated with the function of ARES. All external shelter communications should be authorized by the Shelter Manager or designee and should be in the form of a written message. Non-shelter assignments may permit more flexibility in the duties assigned to the ARES operator.</a:t>
            </a:r>
          </a:p>
          <a:p>
            <a:endParaRPr lang="en-US" dirty="0"/>
          </a:p>
        </p:txBody>
      </p:sp>
      <p:sp>
        <p:nvSpPr>
          <p:cNvPr id="4" name="Slide Number Placeholder 3"/>
          <p:cNvSpPr>
            <a:spLocks noGrp="1"/>
          </p:cNvSpPr>
          <p:nvPr>
            <p:ph type="sldNum" sz="quarter" idx="5"/>
          </p:nvPr>
        </p:nvSpPr>
        <p:spPr/>
        <p:txBody>
          <a:bodyPr/>
          <a:lstStyle/>
          <a:p>
            <a:fld id="{42D643A9-9A26-4EFE-8DE6-4ED578E92109}" type="slidenum">
              <a:rPr lang="en-US" smtClean="0"/>
              <a:t>11</a:t>
            </a:fld>
            <a:endParaRPr lang="en-US"/>
          </a:p>
        </p:txBody>
      </p:sp>
    </p:spTree>
    <p:extLst>
      <p:ext uri="{BB962C8B-B14F-4D97-AF65-F5344CB8AC3E}">
        <p14:creationId xmlns:p14="http://schemas.microsoft.com/office/powerpoint/2010/main" val="16765591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72101-30E2-FF22-D936-4A19D79B2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6FC07-B8F6-70F3-7C92-C657C01458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F7A979-410A-EA62-F820-7516DC00C745}"/>
              </a:ext>
            </a:extLst>
          </p:cNvPr>
          <p:cNvSpPr>
            <a:spLocks noGrp="1"/>
          </p:cNvSpPr>
          <p:nvPr>
            <p:ph type="body" idx="1"/>
          </p:nvPr>
        </p:nvSpPr>
        <p:spPr/>
        <p:txBody>
          <a:bodyPr/>
          <a:lstStyle/>
          <a:p>
            <a:r>
              <a:rPr lang="en-US" dirty="0"/>
              <a:t>We are ARES, nothing more, nothing less.  We are self-contained and designed to support when requested.  If you are deployed to an agency, to you help where the agency needs you.  If we get in front of the agencies, they can be slowed down in situations where literal minutes or seconds can count.  </a:t>
            </a:r>
          </a:p>
          <a:p>
            <a:endParaRPr lang="en-US" dirty="0"/>
          </a:p>
          <a:p>
            <a:r>
              <a:rPr lang="en-US" dirty="0"/>
              <a:t>Even though you are ARES, from an outsider’s perspective, you appear to be part of that agency.  We owe them the same level of respect as if we were their employees: respect their decisions, cooperate to your fullest ability, look and work professionally, and let them do the talking.</a:t>
            </a:r>
          </a:p>
        </p:txBody>
      </p:sp>
      <p:sp>
        <p:nvSpPr>
          <p:cNvPr id="4" name="Slide Number Placeholder 3">
            <a:extLst>
              <a:ext uri="{FF2B5EF4-FFF2-40B4-BE49-F238E27FC236}">
                <a16:creationId xmlns:a16="http://schemas.microsoft.com/office/drawing/2014/main" id="{E9655438-1A75-5F6A-540A-A3BCF11F1097}"/>
              </a:ext>
            </a:extLst>
          </p:cNvPr>
          <p:cNvSpPr>
            <a:spLocks noGrp="1"/>
          </p:cNvSpPr>
          <p:nvPr>
            <p:ph type="sldNum" sz="quarter" idx="5"/>
          </p:nvPr>
        </p:nvSpPr>
        <p:spPr/>
        <p:txBody>
          <a:bodyPr/>
          <a:lstStyle/>
          <a:p>
            <a:fld id="{42D643A9-9A26-4EFE-8DE6-4ED578E92109}" type="slidenum">
              <a:rPr lang="en-US" smtClean="0"/>
              <a:t>12</a:t>
            </a:fld>
            <a:endParaRPr lang="en-US"/>
          </a:p>
        </p:txBody>
      </p:sp>
    </p:spTree>
    <p:extLst>
      <p:ext uri="{BB962C8B-B14F-4D97-AF65-F5344CB8AC3E}">
        <p14:creationId xmlns:p14="http://schemas.microsoft.com/office/powerpoint/2010/main" val="376728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D643A9-9A26-4EFE-8DE6-4ED578E92109}" type="slidenum">
              <a:rPr lang="en-US" smtClean="0"/>
              <a:t>13</a:t>
            </a:fld>
            <a:endParaRPr lang="en-US"/>
          </a:p>
        </p:txBody>
      </p:sp>
    </p:spTree>
    <p:extLst>
      <p:ext uri="{BB962C8B-B14F-4D97-AF65-F5344CB8AC3E}">
        <p14:creationId xmlns:p14="http://schemas.microsoft.com/office/powerpoint/2010/main" val="35577746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4F646-FC84-9061-7C85-166935F8A3B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713EB6-D2DD-FA02-5A01-6E3B374020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9463785-952D-7D78-563C-98DC3CC24897}"/>
              </a:ext>
            </a:extLst>
          </p:cNvPr>
          <p:cNvSpPr>
            <a:spLocks noGrp="1"/>
          </p:cNvSpPr>
          <p:nvPr>
            <p:ph type="dt" sz="half" idx="10"/>
          </p:nvPr>
        </p:nvSpPr>
        <p:spPr/>
        <p:txBody>
          <a:bodyPr/>
          <a:lstStyle/>
          <a:p>
            <a:fld id="{A22AE304-CE36-423D-91FF-82BA3320FEBD}" type="datetime1">
              <a:rPr lang="en-US" smtClean="0"/>
              <a:t>10/9/2026</a:t>
            </a:fld>
            <a:endParaRPr lang="en-US"/>
          </a:p>
        </p:txBody>
      </p:sp>
      <p:sp>
        <p:nvSpPr>
          <p:cNvPr id="5" name="Footer Placeholder 4">
            <a:extLst>
              <a:ext uri="{FF2B5EF4-FFF2-40B4-BE49-F238E27FC236}">
                <a16:creationId xmlns:a16="http://schemas.microsoft.com/office/drawing/2014/main" id="{EE8B8B66-68B9-C8AE-A6D5-404C517EE928}"/>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50C3FC7B-A062-1CDA-0B26-7464611F1AA2}"/>
              </a:ext>
            </a:extLst>
          </p:cNvPr>
          <p:cNvSpPr>
            <a:spLocks noGrp="1"/>
          </p:cNvSpPr>
          <p:nvPr>
            <p:ph type="sldNum" sz="quarter" idx="12"/>
          </p:nvPr>
        </p:nvSpPr>
        <p:spPr/>
        <p:txBody>
          <a:bodyPr/>
          <a:lstStyle/>
          <a:p>
            <a:fld id="{96488407-C0BF-40E8-A3EB-897F5073D33C}" type="slidenum">
              <a:rPr lang="en-US" smtClean="0"/>
              <a:t>‹#›</a:t>
            </a:fld>
            <a:endParaRPr lang="en-US"/>
          </a:p>
        </p:txBody>
      </p:sp>
    </p:spTree>
    <p:extLst>
      <p:ext uri="{BB962C8B-B14F-4D97-AF65-F5344CB8AC3E}">
        <p14:creationId xmlns:p14="http://schemas.microsoft.com/office/powerpoint/2010/main" val="34522507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266E2-2DAF-285B-FF58-404A2427D76A}"/>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AEAA53B0-5DF7-DF73-DCCF-DB08C6EF93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921753-2C2B-7A92-1A99-4938F96FDBC2}"/>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50736A50-7D77-DE4B-D4E2-E8149A4891BC}"/>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51EBD0C2-1E6F-38EF-4CF7-9E77987A9B92}"/>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9" name="Picture 8">
            <a:extLst>
              <a:ext uri="{FF2B5EF4-FFF2-40B4-BE49-F238E27FC236}">
                <a16:creationId xmlns:a16="http://schemas.microsoft.com/office/drawing/2014/main" id="{66AC775B-657E-76AE-9069-AD9230049E0B}"/>
              </a:ext>
            </a:extLst>
          </p:cNvPr>
          <p:cNvPicPr>
            <a:picLocks noChangeAspect="1"/>
          </p:cNvPicPr>
          <p:nvPr userDrawn="1"/>
        </p:nvPicPr>
        <p:blipFill>
          <a:blip r:embed="rId2">
            <a:alphaModFix amt="20000"/>
            <a:extLst>
              <a:ext uri="{28A0092B-C50C-407E-A947-70E740481C1C}">
                <a14:useLocalDpi xmlns:a14="http://schemas.microsoft.com/office/drawing/2010/main" val="0"/>
              </a:ext>
            </a:extLst>
          </a:blip>
          <a:stretch>
            <a:fillRect/>
          </a:stretch>
        </p:blipFill>
        <p:spPr>
          <a:xfrm>
            <a:off x="4267200" y="1444752"/>
            <a:ext cx="3971774" cy="3657600"/>
          </a:xfrm>
          <a:prstGeom prst="rect">
            <a:avLst/>
          </a:prstGeom>
        </p:spPr>
      </p:pic>
      <p:pic>
        <p:nvPicPr>
          <p:cNvPr id="17" name="Graphic 16">
            <a:extLst>
              <a:ext uri="{FF2B5EF4-FFF2-40B4-BE49-F238E27FC236}">
                <a16:creationId xmlns:a16="http://schemas.microsoft.com/office/drawing/2014/main" id="{ACBD7B11-C97A-3ECC-F36F-E20D5B434F5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7705973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82388-1BEC-16BF-529F-60B8040440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381DA30-769F-BD2D-38F3-19E702F74DE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48B2C78-489A-5295-3D00-2FFF64B04A88}"/>
              </a:ext>
            </a:extLst>
          </p:cNvPr>
          <p:cNvSpPr>
            <a:spLocks noGrp="1"/>
          </p:cNvSpPr>
          <p:nvPr>
            <p:ph type="dt" sz="half" idx="10"/>
          </p:nvPr>
        </p:nvSpPr>
        <p:spPr/>
        <p:txBody>
          <a:bodyPr/>
          <a:lstStyle/>
          <a:p>
            <a:fld id="{6B5E2B33-CB21-4C2E-89ED-ED63058A9EC6}" type="datetime1">
              <a:rPr lang="en-US" smtClean="0"/>
              <a:t>10/9/2026</a:t>
            </a:fld>
            <a:endParaRPr lang="en-US"/>
          </a:p>
        </p:txBody>
      </p:sp>
      <p:sp>
        <p:nvSpPr>
          <p:cNvPr id="5" name="Footer Placeholder 4">
            <a:extLst>
              <a:ext uri="{FF2B5EF4-FFF2-40B4-BE49-F238E27FC236}">
                <a16:creationId xmlns:a16="http://schemas.microsoft.com/office/drawing/2014/main" id="{3EDE7D15-98FE-E117-98B9-E25912489D93}"/>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5C431516-6D25-EB00-4664-4548F4804D33}"/>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8" name="Picture 7">
            <a:extLst>
              <a:ext uri="{FF2B5EF4-FFF2-40B4-BE49-F238E27FC236}">
                <a16:creationId xmlns:a16="http://schemas.microsoft.com/office/drawing/2014/main" id="{F6E3EECC-D88A-063D-734B-5C04D8C4D0CC}"/>
              </a:ext>
            </a:extLst>
          </p:cNvPr>
          <p:cNvPicPr>
            <a:picLocks noChangeAspect="1"/>
          </p:cNvPicPr>
          <p:nvPr userDrawn="1"/>
        </p:nvPicPr>
        <p:blipFill>
          <a:blip r:embed="rId2">
            <a:alphaModFix amt="20000"/>
            <a:extLst>
              <a:ext uri="{28A0092B-C50C-407E-A947-70E740481C1C}">
                <a14:useLocalDpi xmlns:a14="http://schemas.microsoft.com/office/drawing/2010/main" val="0"/>
              </a:ext>
            </a:extLst>
          </a:blip>
          <a:stretch>
            <a:fillRect/>
          </a:stretch>
        </p:blipFill>
        <p:spPr>
          <a:xfrm>
            <a:off x="4267200" y="1444752"/>
            <a:ext cx="3971774" cy="3657600"/>
          </a:xfrm>
          <a:prstGeom prst="rect">
            <a:avLst/>
          </a:prstGeom>
        </p:spPr>
      </p:pic>
      <p:pic>
        <p:nvPicPr>
          <p:cNvPr id="10" name="Graphic 9">
            <a:extLst>
              <a:ext uri="{FF2B5EF4-FFF2-40B4-BE49-F238E27FC236}">
                <a16:creationId xmlns:a16="http://schemas.microsoft.com/office/drawing/2014/main" id="{80664C6B-8A73-3205-5BCA-2436BE11070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1562562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B5834-7A27-FCF8-470F-C72F5FCCCD0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432EF4-6E6F-B10D-C32D-CC374992899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6884D0B-B3B2-BE0A-FA7B-7F9A9E8281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18871C8-7331-A480-8122-FBA323E2532E}"/>
              </a:ext>
            </a:extLst>
          </p:cNvPr>
          <p:cNvSpPr>
            <a:spLocks noGrp="1"/>
          </p:cNvSpPr>
          <p:nvPr>
            <p:ph type="dt" sz="half" idx="10"/>
          </p:nvPr>
        </p:nvSpPr>
        <p:spPr/>
        <p:txBody>
          <a:bodyPr/>
          <a:lstStyle/>
          <a:p>
            <a:fld id="{942FF197-3AD3-4025-ADC8-700FD547DC92}" type="datetime1">
              <a:rPr lang="en-US" smtClean="0"/>
              <a:t>10/9/2026</a:t>
            </a:fld>
            <a:endParaRPr lang="en-US"/>
          </a:p>
        </p:txBody>
      </p:sp>
      <p:sp>
        <p:nvSpPr>
          <p:cNvPr id="6" name="Footer Placeholder 5">
            <a:extLst>
              <a:ext uri="{FF2B5EF4-FFF2-40B4-BE49-F238E27FC236}">
                <a16:creationId xmlns:a16="http://schemas.microsoft.com/office/drawing/2014/main" id="{BF5C9E47-F82B-9EE4-4921-18A296B48E5C}"/>
              </a:ext>
            </a:extLst>
          </p:cNvPr>
          <p:cNvSpPr>
            <a:spLocks noGrp="1"/>
          </p:cNvSpPr>
          <p:nvPr>
            <p:ph type="ftr" sz="quarter" idx="11"/>
          </p:nvPr>
        </p:nvSpPr>
        <p:spPr/>
        <p:txBody>
          <a:bodyPr/>
          <a:lstStyle/>
          <a:p>
            <a:r>
              <a:rPr lang="en-US"/>
              <a:t>Warren County KY ARES • KQ4TIV Emergency Coordinator</a:t>
            </a:r>
          </a:p>
        </p:txBody>
      </p:sp>
      <p:sp>
        <p:nvSpPr>
          <p:cNvPr id="7" name="Slide Number Placeholder 6">
            <a:extLst>
              <a:ext uri="{FF2B5EF4-FFF2-40B4-BE49-F238E27FC236}">
                <a16:creationId xmlns:a16="http://schemas.microsoft.com/office/drawing/2014/main" id="{747B0A28-BB63-3CA9-EA90-393B12A6D2FF}"/>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9" name="Graphic 8">
            <a:extLst>
              <a:ext uri="{FF2B5EF4-FFF2-40B4-BE49-F238E27FC236}">
                <a16:creationId xmlns:a16="http://schemas.microsoft.com/office/drawing/2014/main" id="{CA5F7E8F-EC83-FEE6-8BCE-F7AA262A2FD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13585025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20575-6E80-172D-8B60-E010A97E21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9ED2500-AD11-71E9-0F95-84334D0EDA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A26CCF7-1C95-2E4E-7EB1-90078375B91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8855E6-679A-A7B4-898D-ABC9B15B63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4D387E-4B10-0B38-8C4F-DAFDBFD1BBB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A96A300-9503-09EC-EB89-694C755643B3}"/>
              </a:ext>
            </a:extLst>
          </p:cNvPr>
          <p:cNvSpPr>
            <a:spLocks noGrp="1"/>
          </p:cNvSpPr>
          <p:nvPr>
            <p:ph type="dt" sz="half" idx="10"/>
          </p:nvPr>
        </p:nvSpPr>
        <p:spPr/>
        <p:txBody>
          <a:bodyPr/>
          <a:lstStyle/>
          <a:p>
            <a:fld id="{82941C8A-434A-4160-9568-4B1A1545093A}" type="datetime1">
              <a:rPr lang="en-US" smtClean="0"/>
              <a:t>10/9/2026</a:t>
            </a:fld>
            <a:endParaRPr lang="en-US"/>
          </a:p>
        </p:txBody>
      </p:sp>
      <p:sp>
        <p:nvSpPr>
          <p:cNvPr id="8" name="Footer Placeholder 7">
            <a:extLst>
              <a:ext uri="{FF2B5EF4-FFF2-40B4-BE49-F238E27FC236}">
                <a16:creationId xmlns:a16="http://schemas.microsoft.com/office/drawing/2014/main" id="{F5631ABC-7268-78E9-87D3-02A261570B9E}"/>
              </a:ext>
            </a:extLst>
          </p:cNvPr>
          <p:cNvSpPr>
            <a:spLocks noGrp="1"/>
          </p:cNvSpPr>
          <p:nvPr>
            <p:ph type="ftr" sz="quarter" idx="11"/>
          </p:nvPr>
        </p:nvSpPr>
        <p:spPr/>
        <p:txBody>
          <a:bodyPr/>
          <a:lstStyle/>
          <a:p>
            <a:r>
              <a:rPr lang="en-US"/>
              <a:t>Warren County KY ARES • KQ4TIV Emergency Coordinator</a:t>
            </a:r>
          </a:p>
        </p:txBody>
      </p:sp>
      <p:sp>
        <p:nvSpPr>
          <p:cNvPr id="9" name="Slide Number Placeholder 8">
            <a:extLst>
              <a:ext uri="{FF2B5EF4-FFF2-40B4-BE49-F238E27FC236}">
                <a16:creationId xmlns:a16="http://schemas.microsoft.com/office/drawing/2014/main" id="{6483ACBA-000F-932B-4435-D840E700182D}"/>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11" name="Graphic 10">
            <a:extLst>
              <a:ext uri="{FF2B5EF4-FFF2-40B4-BE49-F238E27FC236}">
                <a16:creationId xmlns:a16="http://schemas.microsoft.com/office/drawing/2014/main" id="{0F200616-77F6-4887-2D46-8B964A2F02B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2960772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9AA77-F439-4CF7-FC6D-52959DD0A2B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C6B2FFA-A73C-F791-5F23-D4D115724AFE}"/>
              </a:ext>
            </a:extLst>
          </p:cNvPr>
          <p:cNvSpPr>
            <a:spLocks noGrp="1"/>
          </p:cNvSpPr>
          <p:nvPr>
            <p:ph type="dt" sz="half" idx="10"/>
          </p:nvPr>
        </p:nvSpPr>
        <p:spPr/>
        <p:txBody>
          <a:bodyPr/>
          <a:lstStyle/>
          <a:p>
            <a:fld id="{5C8040D9-3679-44A3-92D1-D35471DAC33C}" type="datetime1">
              <a:rPr lang="en-US" smtClean="0"/>
              <a:t>10/9/2026</a:t>
            </a:fld>
            <a:endParaRPr lang="en-US"/>
          </a:p>
        </p:txBody>
      </p:sp>
      <p:sp>
        <p:nvSpPr>
          <p:cNvPr id="4" name="Footer Placeholder 3">
            <a:extLst>
              <a:ext uri="{FF2B5EF4-FFF2-40B4-BE49-F238E27FC236}">
                <a16:creationId xmlns:a16="http://schemas.microsoft.com/office/drawing/2014/main" id="{4229F794-C202-C82A-1A53-43AB88452CD5}"/>
              </a:ext>
            </a:extLst>
          </p:cNvPr>
          <p:cNvSpPr>
            <a:spLocks noGrp="1"/>
          </p:cNvSpPr>
          <p:nvPr>
            <p:ph type="ftr" sz="quarter" idx="11"/>
          </p:nvPr>
        </p:nvSpPr>
        <p:spPr/>
        <p:txBody>
          <a:bodyPr/>
          <a:lstStyle/>
          <a:p>
            <a:r>
              <a:rPr lang="en-US"/>
              <a:t>Warren County KY ARES • KQ4TIV Emergency Coordinator</a:t>
            </a:r>
          </a:p>
        </p:txBody>
      </p:sp>
      <p:sp>
        <p:nvSpPr>
          <p:cNvPr id="5" name="Slide Number Placeholder 4">
            <a:extLst>
              <a:ext uri="{FF2B5EF4-FFF2-40B4-BE49-F238E27FC236}">
                <a16:creationId xmlns:a16="http://schemas.microsoft.com/office/drawing/2014/main" id="{645223D5-9A98-7D88-F74C-14A4E3F98AA7}"/>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7" name="Graphic 6">
            <a:extLst>
              <a:ext uri="{FF2B5EF4-FFF2-40B4-BE49-F238E27FC236}">
                <a16:creationId xmlns:a16="http://schemas.microsoft.com/office/drawing/2014/main" id="{6A177C0D-DCFE-437E-16DB-D8376C65F04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5075941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4F6F7"/>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9E230B-5E35-08B4-66C8-8A2F011362CE}"/>
              </a:ext>
            </a:extLst>
          </p:cNvPr>
          <p:cNvSpPr>
            <a:spLocks noGrp="1"/>
          </p:cNvSpPr>
          <p:nvPr>
            <p:ph type="dt" sz="half" idx="10"/>
          </p:nvPr>
        </p:nvSpPr>
        <p:spPr/>
        <p:txBody>
          <a:bodyPr/>
          <a:lstStyle/>
          <a:p>
            <a:fld id="{0D6912EF-3FEB-4DB4-A966-E8C12F815231}" type="datetime1">
              <a:rPr lang="en-US" smtClean="0"/>
              <a:t>10/9/2026</a:t>
            </a:fld>
            <a:endParaRPr lang="en-US"/>
          </a:p>
        </p:txBody>
      </p:sp>
      <p:sp>
        <p:nvSpPr>
          <p:cNvPr id="3" name="Footer Placeholder 2">
            <a:extLst>
              <a:ext uri="{FF2B5EF4-FFF2-40B4-BE49-F238E27FC236}">
                <a16:creationId xmlns:a16="http://schemas.microsoft.com/office/drawing/2014/main" id="{0649C939-F023-3A08-2D15-1BB22B36D7F0}"/>
              </a:ext>
            </a:extLst>
          </p:cNvPr>
          <p:cNvSpPr>
            <a:spLocks noGrp="1"/>
          </p:cNvSpPr>
          <p:nvPr>
            <p:ph type="ftr" sz="quarter" idx="11"/>
          </p:nvPr>
        </p:nvSpPr>
        <p:spPr/>
        <p:txBody>
          <a:bodyPr/>
          <a:lstStyle/>
          <a:p>
            <a:r>
              <a:rPr lang="en-US"/>
              <a:t>Warren County KY ARES • KQ4TIV Emergency Coordinator</a:t>
            </a:r>
          </a:p>
        </p:txBody>
      </p:sp>
      <p:sp>
        <p:nvSpPr>
          <p:cNvPr id="4" name="Slide Number Placeholder 3">
            <a:extLst>
              <a:ext uri="{FF2B5EF4-FFF2-40B4-BE49-F238E27FC236}">
                <a16:creationId xmlns:a16="http://schemas.microsoft.com/office/drawing/2014/main" id="{22477E19-A4A6-46A7-D4C8-583BD619BE12}"/>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6" name="Graphic 5">
            <a:extLst>
              <a:ext uri="{FF2B5EF4-FFF2-40B4-BE49-F238E27FC236}">
                <a16:creationId xmlns:a16="http://schemas.microsoft.com/office/drawing/2014/main" id="{2068EED2-1080-E0F6-85F2-6EB470BAF03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2599859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A9DB0-2A4F-7CF6-5408-848A2CCBEF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6FCBE8-6BF8-8B42-DD1B-677A3934CB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DF9F25D-DB6B-7C01-2924-43DF8CD181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68273D-8D0D-70BD-AD97-D0E4BCB934E4}"/>
              </a:ext>
            </a:extLst>
          </p:cNvPr>
          <p:cNvSpPr>
            <a:spLocks noGrp="1"/>
          </p:cNvSpPr>
          <p:nvPr>
            <p:ph type="dt" sz="half" idx="10"/>
          </p:nvPr>
        </p:nvSpPr>
        <p:spPr/>
        <p:txBody>
          <a:bodyPr/>
          <a:lstStyle/>
          <a:p>
            <a:fld id="{25896E28-1AB1-4670-ACE4-5A2A02BA3305}" type="datetime1">
              <a:rPr lang="en-US" smtClean="0"/>
              <a:t>10/9/2026</a:t>
            </a:fld>
            <a:endParaRPr lang="en-US"/>
          </a:p>
        </p:txBody>
      </p:sp>
      <p:sp>
        <p:nvSpPr>
          <p:cNvPr id="6" name="Footer Placeholder 5">
            <a:extLst>
              <a:ext uri="{FF2B5EF4-FFF2-40B4-BE49-F238E27FC236}">
                <a16:creationId xmlns:a16="http://schemas.microsoft.com/office/drawing/2014/main" id="{E8D0B642-2BE9-0393-FCA6-1582202BC876}"/>
              </a:ext>
            </a:extLst>
          </p:cNvPr>
          <p:cNvSpPr>
            <a:spLocks noGrp="1"/>
          </p:cNvSpPr>
          <p:nvPr>
            <p:ph type="ftr" sz="quarter" idx="11"/>
          </p:nvPr>
        </p:nvSpPr>
        <p:spPr/>
        <p:txBody>
          <a:bodyPr/>
          <a:lstStyle/>
          <a:p>
            <a:r>
              <a:rPr lang="en-US"/>
              <a:t>Warren County KY ARES • KQ4TIV Emergency Coordinator</a:t>
            </a:r>
          </a:p>
        </p:txBody>
      </p:sp>
      <p:sp>
        <p:nvSpPr>
          <p:cNvPr id="7" name="Slide Number Placeholder 6">
            <a:extLst>
              <a:ext uri="{FF2B5EF4-FFF2-40B4-BE49-F238E27FC236}">
                <a16:creationId xmlns:a16="http://schemas.microsoft.com/office/drawing/2014/main" id="{E8E009BB-70D0-F5EA-8353-5DB9685E26C1}"/>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9" name="Graphic 8">
            <a:extLst>
              <a:ext uri="{FF2B5EF4-FFF2-40B4-BE49-F238E27FC236}">
                <a16:creationId xmlns:a16="http://schemas.microsoft.com/office/drawing/2014/main" id="{27BE8660-9528-130A-AB2B-3CD623525F1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104012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2C18F-E005-DAA7-7650-F9A47C1F0A2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EE3F0F6-0C77-7F95-AEB4-79CF59C752D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8FB292B-59FA-0219-187E-0202A42096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7F21DE-E8DD-C67C-B92B-AC0DA7B77646}"/>
              </a:ext>
            </a:extLst>
          </p:cNvPr>
          <p:cNvSpPr>
            <a:spLocks noGrp="1"/>
          </p:cNvSpPr>
          <p:nvPr>
            <p:ph type="dt" sz="half" idx="10"/>
          </p:nvPr>
        </p:nvSpPr>
        <p:spPr/>
        <p:txBody>
          <a:bodyPr/>
          <a:lstStyle/>
          <a:p>
            <a:fld id="{BFA8A8F4-EDCA-45D3-9D5E-CB9B9AB4729B}" type="datetime1">
              <a:rPr lang="en-US" smtClean="0"/>
              <a:t>10/9/2026</a:t>
            </a:fld>
            <a:endParaRPr lang="en-US"/>
          </a:p>
        </p:txBody>
      </p:sp>
      <p:sp>
        <p:nvSpPr>
          <p:cNvPr id="6" name="Footer Placeholder 5">
            <a:extLst>
              <a:ext uri="{FF2B5EF4-FFF2-40B4-BE49-F238E27FC236}">
                <a16:creationId xmlns:a16="http://schemas.microsoft.com/office/drawing/2014/main" id="{A3D513A1-6457-F046-8472-F097324C1F2B}"/>
              </a:ext>
            </a:extLst>
          </p:cNvPr>
          <p:cNvSpPr>
            <a:spLocks noGrp="1"/>
          </p:cNvSpPr>
          <p:nvPr>
            <p:ph type="ftr" sz="quarter" idx="11"/>
          </p:nvPr>
        </p:nvSpPr>
        <p:spPr/>
        <p:txBody>
          <a:bodyPr/>
          <a:lstStyle/>
          <a:p>
            <a:r>
              <a:rPr lang="en-US"/>
              <a:t>Warren County KY ARES • KQ4TIV Emergency Coordinator</a:t>
            </a:r>
          </a:p>
        </p:txBody>
      </p:sp>
      <p:sp>
        <p:nvSpPr>
          <p:cNvPr id="7" name="Slide Number Placeholder 6">
            <a:extLst>
              <a:ext uri="{FF2B5EF4-FFF2-40B4-BE49-F238E27FC236}">
                <a16:creationId xmlns:a16="http://schemas.microsoft.com/office/drawing/2014/main" id="{5865B925-9C14-A7AF-0002-D5D9CF3919FD}"/>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9" name="Graphic 8">
            <a:extLst>
              <a:ext uri="{FF2B5EF4-FFF2-40B4-BE49-F238E27FC236}">
                <a16:creationId xmlns:a16="http://schemas.microsoft.com/office/drawing/2014/main" id="{1E23B5F2-5D53-8FDF-766D-B310D86DA4C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2909055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3C092-F894-8C5D-E82A-480325EF17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180DA79-B20E-39A9-3D0A-8DB42B28C3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E81A2-83FF-EB27-DBD0-FE5155335DA0}"/>
              </a:ext>
            </a:extLst>
          </p:cNvPr>
          <p:cNvSpPr>
            <a:spLocks noGrp="1"/>
          </p:cNvSpPr>
          <p:nvPr>
            <p:ph type="dt" sz="half" idx="10"/>
          </p:nvPr>
        </p:nvSpPr>
        <p:spPr/>
        <p:txBody>
          <a:bodyPr/>
          <a:lstStyle/>
          <a:p>
            <a:fld id="{2F883CBB-7A0E-4DF9-911F-225601BBD5B8}" type="datetime1">
              <a:rPr lang="en-US" smtClean="0"/>
              <a:t>10/9/2026</a:t>
            </a:fld>
            <a:endParaRPr lang="en-US"/>
          </a:p>
        </p:txBody>
      </p:sp>
      <p:sp>
        <p:nvSpPr>
          <p:cNvPr id="5" name="Footer Placeholder 4">
            <a:extLst>
              <a:ext uri="{FF2B5EF4-FFF2-40B4-BE49-F238E27FC236}">
                <a16:creationId xmlns:a16="http://schemas.microsoft.com/office/drawing/2014/main" id="{057A7A67-343F-C2C2-830D-56D158488D05}"/>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A6A8B73A-E451-D62E-2901-5C5A4B0DA4E6}"/>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8" name="Graphic 7">
            <a:extLst>
              <a:ext uri="{FF2B5EF4-FFF2-40B4-BE49-F238E27FC236}">
                <a16:creationId xmlns:a16="http://schemas.microsoft.com/office/drawing/2014/main" id="{DD8037B2-2F40-8DB0-0EAD-7656D9FAADF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34952403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4F6F7"/>
        </a:solid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221252D-B1E7-9359-7BC9-06E51FD1ECE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299DB-37EB-C5FD-9DB6-9E743E16996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ABC974-612D-B1FE-2B7D-50A35CE3EAFB}"/>
              </a:ext>
            </a:extLst>
          </p:cNvPr>
          <p:cNvSpPr>
            <a:spLocks noGrp="1"/>
          </p:cNvSpPr>
          <p:nvPr>
            <p:ph type="dt" sz="half" idx="10"/>
          </p:nvPr>
        </p:nvSpPr>
        <p:spPr/>
        <p:txBody>
          <a:bodyPr/>
          <a:lstStyle/>
          <a:p>
            <a:fld id="{B0F281D5-AC24-4DFA-89F4-58DED020691B}" type="datetime1">
              <a:rPr lang="en-US" smtClean="0"/>
              <a:t>10/9/2026</a:t>
            </a:fld>
            <a:endParaRPr lang="en-US"/>
          </a:p>
        </p:txBody>
      </p:sp>
      <p:sp>
        <p:nvSpPr>
          <p:cNvPr id="5" name="Footer Placeholder 4">
            <a:extLst>
              <a:ext uri="{FF2B5EF4-FFF2-40B4-BE49-F238E27FC236}">
                <a16:creationId xmlns:a16="http://schemas.microsoft.com/office/drawing/2014/main" id="{D8E76A14-1AA7-BF98-4DB3-BBF330D86FE5}"/>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50D070CA-652C-7C5B-7EDD-BF063B83B35A}"/>
              </a:ext>
            </a:extLst>
          </p:cNvPr>
          <p:cNvSpPr>
            <a:spLocks noGrp="1"/>
          </p:cNvSpPr>
          <p:nvPr>
            <p:ph type="sldNum" sz="quarter" idx="12"/>
          </p:nvPr>
        </p:nvSpPr>
        <p:spPr/>
        <p:txBody>
          <a:bodyPr/>
          <a:lstStyle/>
          <a:p>
            <a:fld id="{96488407-C0BF-40E8-A3EB-897F5073D33C}" type="slidenum">
              <a:rPr lang="en-US" smtClean="0"/>
              <a:t>‹#›</a:t>
            </a:fld>
            <a:endParaRPr lang="en-US"/>
          </a:p>
        </p:txBody>
      </p:sp>
      <p:pic>
        <p:nvPicPr>
          <p:cNvPr id="8" name="Graphic 7">
            <a:extLst>
              <a:ext uri="{FF2B5EF4-FFF2-40B4-BE49-F238E27FC236}">
                <a16:creationId xmlns:a16="http://schemas.microsoft.com/office/drawing/2014/main" id="{83E52BD6-8F55-FB7B-047A-6EF82FD4DE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51025" y="119189"/>
            <a:ext cx="1325563" cy="1325563"/>
          </a:xfrm>
          <a:prstGeom prst="rect">
            <a:avLst/>
          </a:prstGeom>
        </p:spPr>
      </p:pic>
    </p:spTree>
    <p:extLst>
      <p:ext uri="{BB962C8B-B14F-4D97-AF65-F5344CB8AC3E}">
        <p14:creationId xmlns:p14="http://schemas.microsoft.com/office/powerpoint/2010/main" val="18609018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7"/>
        </a:solidFill>
        <a:effectLst/>
      </p:bgPr>
    </p:bg>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D43A7DE6-2A60-2912-06D6-9D6D88AC5C68}"/>
              </a:ext>
            </a:extLst>
          </p:cNvPr>
          <p:cNvPicPr>
            <a:picLocks noChangeAspect="1"/>
          </p:cNvPicPr>
          <p:nvPr userDrawn="1"/>
        </p:nvPicPr>
        <p:blipFill>
          <a:blip r:embed="rId13">
            <a:alphaModFix amt="20000"/>
            <a:extLst>
              <a:ext uri="{28A0092B-C50C-407E-A947-70E740481C1C}">
                <a14:useLocalDpi xmlns:a14="http://schemas.microsoft.com/office/drawing/2010/main" val="0"/>
              </a:ext>
            </a:extLst>
          </a:blip>
          <a:stretch>
            <a:fillRect/>
          </a:stretch>
        </p:blipFill>
        <p:spPr>
          <a:xfrm>
            <a:off x="4267200" y="1444752"/>
            <a:ext cx="3971774" cy="3657600"/>
          </a:xfrm>
          <a:prstGeom prst="rect">
            <a:avLst/>
          </a:prstGeom>
        </p:spPr>
      </p:pic>
      <p:sp>
        <p:nvSpPr>
          <p:cNvPr id="12" name="Rectangle 11">
            <a:extLst>
              <a:ext uri="{FF2B5EF4-FFF2-40B4-BE49-F238E27FC236}">
                <a16:creationId xmlns:a16="http://schemas.microsoft.com/office/drawing/2014/main" id="{425FD3D5-81D7-D283-54A5-9E9A4CD4A404}"/>
              </a:ext>
            </a:extLst>
          </p:cNvPr>
          <p:cNvSpPr/>
          <p:nvPr userDrawn="1"/>
        </p:nvSpPr>
        <p:spPr>
          <a:xfrm>
            <a:off x="0" y="0"/>
            <a:ext cx="228600" cy="6858000"/>
          </a:xfrm>
          <a:prstGeom prst="rect">
            <a:avLst/>
          </a:prstGeom>
          <a:solidFill>
            <a:srgbClr val="17365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8436945-070C-A586-8D3D-96E86640C9D5}"/>
              </a:ext>
            </a:extLst>
          </p:cNvPr>
          <p:cNvSpPr/>
          <p:nvPr userDrawn="1"/>
        </p:nvSpPr>
        <p:spPr>
          <a:xfrm>
            <a:off x="228600" y="0"/>
            <a:ext cx="91440" cy="6858000"/>
          </a:xfrm>
          <a:prstGeom prst="rect">
            <a:avLst/>
          </a:prstGeom>
          <a:solidFill>
            <a:srgbClr val="C820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4FCFADD6-B95D-3DAE-91B9-E13C27691D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D5F5617-037C-222A-C0B4-AA2191D1F2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CF2C087-D628-91D0-3AD7-CD48B1EB31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978CDE8-FE07-4A17-A2EA-2712F961A403}" type="datetime1">
              <a:rPr lang="en-US" smtClean="0"/>
              <a:t>10/9/2026</a:t>
            </a:fld>
            <a:endParaRPr lang="en-US" dirty="0"/>
          </a:p>
        </p:txBody>
      </p:sp>
      <p:sp>
        <p:nvSpPr>
          <p:cNvPr id="5" name="Footer Placeholder 4">
            <a:extLst>
              <a:ext uri="{FF2B5EF4-FFF2-40B4-BE49-F238E27FC236}">
                <a16:creationId xmlns:a16="http://schemas.microsoft.com/office/drawing/2014/main" id="{A6109D3C-8121-9FB6-467C-42E179CA10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dirty="0"/>
              <a:t>Warren County KY ARES • KQ4TIV Emergency Coordinator</a:t>
            </a:r>
          </a:p>
        </p:txBody>
      </p:sp>
      <p:sp>
        <p:nvSpPr>
          <p:cNvPr id="6" name="Slide Number Placeholder 5">
            <a:extLst>
              <a:ext uri="{FF2B5EF4-FFF2-40B4-BE49-F238E27FC236}">
                <a16:creationId xmlns:a16="http://schemas.microsoft.com/office/drawing/2014/main" id="{41868236-7ABA-41B3-40F3-15F6F450EF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6488407-C0BF-40E8-A3EB-897F5073D33C}" type="slidenum">
              <a:rPr lang="en-US" smtClean="0"/>
              <a:t>‹#›</a:t>
            </a:fld>
            <a:endParaRPr lang="en-US"/>
          </a:p>
        </p:txBody>
      </p:sp>
    </p:spTree>
    <p:extLst>
      <p:ext uri="{BB962C8B-B14F-4D97-AF65-F5344CB8AC3E}">
        <p14:creationId xmlns:p14="http://schemas.microsoft.com/office/powerpoint/2010/main" val="15780422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6.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1.sv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4.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7.svg"/><Relationship Id="rId11" Type="http://schemas.openxmlformats.org/officeDocument/2006/relationships/image" Target="../media/image13.svg"/><Relationship Id="rId5" Type="http://schemas.openxmlformats.org/officeDocument/2006/relationships/image" Target="../media/image6.svg"/><Relationship Id="rId10" Type="http://schemas.openxmlformats.org/officeDocument/2006/relationships/image" Target="../media/image12.svg"/><Relationship Id="rId4" Type="http://schemas.openxmlformats.org/officeDocument/2006/relationships/image" Target="../media/image5.svg"/><Relationship Id="rId9" Type="http://schemas.openxmlformats.org/officeDocument/2006/relationships/image" Target="../media/image10.svg"/></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4.svg"/><Relationship Id="rId7" Type="http://schemas.openxmlformats.org/officeDocument/2006/relationships/image" Target="../media/image12.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4.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6.svg"/><Relationship Id="rId7" Type="http://schemas.openxmlformats.org/officeDocument/2006/relationships/image" Target="../media/image1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 Id="rId9" Type="http://schemas.openxmlformats.org/officeDocument/2006/relationships/image" Target="../media/image13.svg"/></Relationships>
</file>

<file path=ppt/slides/_rels/slide11.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3" Type="http://schemas.openxmlformats.org/officeDocument/2006/relationships/image" Target="../media/image18.svg"/><Relationship Id="rId7" Type="http://schemas.openxmlformats.org/officeDocument/2006/relationships/image" Target="../media/image11.svg"/><Relationship Id="rId12" Type="http://schemas.openxmlformats.org/officeDocument/2006/relationships/image" Target="../media/image26.svg"/><Relationship Id="rId17" Type="http://schemas.openxmlformats.org/officeDocument/2006/relationships/image" Target="../media/image30.svg"/><Relationship Id="rId2" Type="http://schemas.openxmlformats.org/officeDocument/2006/relationships/notesSlide" Target="../notesSlides/notesSlide11.xml"/><Relationship Id="rId16" Type="http://schemas.openxmlformats.org/officeDocument/2006/relationships/image" Target="../media/image29.svg"/><Relationship Id="rId1" Type="http://schemas.openxmlformats.org/officeDocument/2006/relationships/slideLayout" Target="../slideLayouts/slideLayout2.xml"/><Relationship Id="rId6" Type="http://schemas.openxmlformats.org/officeDocument/2006/relationships/image" Target="../media/image9.svg"/><Relationship Id="rId11" Type="http://schemas.openxmlformats.org/officeDocument/2006/relationships/image" Target="../media/image25.svg"/><Relationship Id="rId5" Type="http://schemas.openxmlformats.org/officeDocument/2006/relationships/image" Target="../media/image21.svg"/><Relationship Id="rId15" Type="http://schemas.openxmlformats.org/officeDocument/2006/relationships/image" Target="../media/image4.svg"/><Relationship Id="rId10" Type="http://schemas.openxmlformats.org/officeDocument/2006/relationships/image" Target="../media/image24.svg"/><Relationship Id="rId4" Type="http://schemas.openxmlformats.org/officeDocument/2006/relationships/image" Target="../media/image20.svg"/><Relationship Id="rId9" Type="http://schemas.openxmlformats.org/officeDocument/2006/relationships/image" Target="../media/image23.svg"/><Relationship Id="rId14" Type="http://schemas.openxmlformats.org/officeDocument/2006/relationships/image" Target="../media/image28.svg"/></Relationships>
</file>

<file path=ppt/slides/_rels/slide12.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4.svg"/><Relationship Id="rId7" Type="http://schemas.openxmlformats.org/officeDocument/2006/relationships/image" Target="../media/image33.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svg"/><Relationship Id="rId5" Type="http://schemas.openxmlformats.org/officeDocument/2006/relationships/image" Target="../media/image31.svg"/><Relationship Id="rId10" Type="http://schemas.openxmlformats.org/officeDocument/2006/relationships/image" Target="../media/image36.svg"/><Relationship Id="rId4" Type="http://schemas.openxmlformats.org/officeDocument/2006/relationships/image" Target="../media/image18.svg"/><Relationship Id="rId9" Type="http://schemas.openxmlformats.org/officeDocument/2006/relationships/image" Target="../media/image35.svg"/></Relationships>
</file>

<file path=ppt/slides/_rels/slide1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6F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0AC79-18FB-93D3-54F5-DEED549370DD}"/>
              </a:ext>
            </a:extLst>
          </p:cNvPr>
          <p:cNvSpPr>
            <a:spLocks noGrp="1"/>
          </p:cNvSpPr>
          <p:nvPr>
            <p:ph type="ctrTitle"/>
          </p:nvPr>
        </p:nvSpPr>
        <p:spPr>
          <a:xfrm>
            <a:off x="1484435" y="2568698"/>
            <a:ext cx="9144000" cy="2387600"/>
          </a:xfrm>
        </p:spPr>
        <p:txBody>
          <a:bodyPr/>
          <a:lstStyle/>
          <a:p>
            <a:r>
              <a:rPr lang="en-US" dirty="0"/>
              <a:t>Kentucky District 3</a:t>
            </a:r>
            <a:br>
              <a:rPr lang="en-US" dirty="0"/>
            </a:br>
            <a:r>
              <a:rPr lang="en-US" dirty="0"/>
              <a:t>Warren County</a:t>
            </a:r>
          </a:p>
        </p:txBody>
      </p:sp>
      <p:sp>
        <p:nvSpPr>
          <p:cNvPr id="3" name="Subtitle 2">
            <a:extLst>
              <a:ext uri="{FF2B5EF4-FFF2-40B4-BE49-F238E27FC236}">
                <a16:creationId xmlns:a16="http://schemas.microsoft.com/office/drawing/2014/main" id="{D5355F00-5626-933A-49C0-6A5E7F9C0AF7}"/>
              </a:ext>
            </a:extLst>
          </p:cNvPr>
          <p:cNvSpPr>
            <a:spLocks noGrp="1"/>
          </p:cNvSpPr>
          <p:nvPr>
            <p:ph type="subTitle" idx="1"/>
          </p:nvPr>
        </p:nvSpPr>
        <p:spPr>
          <a:xfrm>
            <a:off x="1484435" y="5011616"/>
            <a:ext cx="9144000" cy="738554"/>
          </a:xfrm>
        </p:spPr>
        <p:txBody>
          <a:bodyPr/>
          <a:lstStyle/>
          <a:p>
            <a:r>
              <a:rPr lang="en-US" dirty="0"/>
              <a:t>Operations Training 2026.10.10</a:t>
            </a:r>
          </a:p>
        </p:txBody>
      </p:sp>
      <p:pic>
        <p:nvPicPr>
          <p:cNvPr id="5" name="Graphic 4">
            <a:extLst>
              <a:ext uri="{FF2B5EF4-FFF2-40B4-BE49-F238E27FC236}">
                <a16:creationId xmlns:a16="http://schemas.microsoft.com/office/drawing/2014/main" id="{DB8ECC9B-459B-D339-2DB0-F4D322EC50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126765"/>
            <a:ext cx="2743200" cy="2743200"/>
          </a:xfrm>
          <a:prstGeom prst="rect">
            <a:avLst/>
          </a:prstGeom>
        </p:spPr>
      </p:pic>
    </p:spTree>
    <p:extLst>
      <p:ext uri="{BB962C8B-B14F-4D97-AF65-F5344CB8AC3E}">
        <p14:creationId xmlns:p14="http://schemas.microsoft.com/office/powerpoint/2010/main" val="5424151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B86A0-EE7E-E1B1-1AA9-C9E24CE4FF52}"/>
              </a:ext>
            </a:extLst>
          </p:cNvPr>
          <p:cNvSpPr>
            <a:spLocks noGrp="1"/>
          </p:cNvSpPr>
          <p:nvPr>
            <p:ph type="title"/>
          </p:nvPr>
        </p:nvSpPr>
        <p:spPr/>
        <p:txBody>
          <a:bodyPr/>
          <a:lstStyle/>
          <a:p>
            <a:r>
              <a:rPr lang="en-US" dirty="0"/>
              <a:t>Specifics</a:t>
            </a:r>
          </a:p>
        </p:txBody>
      </p:sp>
      <p:sp>
        <p:nvSpPr>
          <p:cNvPr id="3" name="Content Placeholder 2">
            <a:extLst>
              <a:ext uri="{FF2B5EF4-FFF2-40B4-BE49-F238E27FC236}">
                <a16:creationId xmlns:a16="http://schemas.microsoft.com/office/drawing/2014/main" id="{B341293B-E589-8E12-C45B-796585848957}"/>
              </a:ext>
            </a:extLst>
          </p:cNvPr>
          <p:cNvSpPr>
            <a:spLocks noGrp="1"/>
          </p:cNvSpPr>
          <p:nvPr>
            <p:ph idx="1"/>
          </p:nvPr>
        </p:nvSpPr>
        <p:spPr/>
        <p:txBody>
          <a:bodyPr/>
          <a:lstStyle/>
          <a:p>
            <a:pPr lvl="0"/>
            <a:r>
              <a:rPr lang="en-US" dirty="0"/>
              <a:t>OP 6.0.10</a:t>
            </a:r>
          </a:p>
          <a:p>
            <a:pPr lvl="0"/>
            <a:r>
              <a:rPr lang="en-US" dirty="0"/>
              <a:t>OP 6.0.11</a:t>
            </a:r>
          </a:p>
          <a:p>
            <a:pPr lvl="0"/>
            <a:r>
              <a:rPr lang="en-US" dirty="0"/>
              <a:t>OP 6.0.14</a:t>
            </a:r>
          </a:p>
          <a:p>
            <a:pPr lvl="0"/>
            <a:r>
              <a:rPr lang="en-US" dirty="0"/>
              <a:t>OP 6.0.17</a:t>
            </a:r>
          </a:p>
          <a:p>
            <a:pPr lvl="0"/>
            <a:r>
              <a:rPr lang="en-US" dirty="0"/>
              <a:t>Identification</a:t>
            </a:r>
          </a:p>
        </p:txBody>
      </p:sp>
      <p:sp>
        <p:nvSpPr>
          <p:cNvPr id="4" name="Date Placeholder 3">
            <a:extLst>
              <a:ext uri="{FF2B5EF4-FFF2-40B4-BE49-F238E27FC236}">
                <a16:creationId xmlns:a16="http://schemas.microsoft.com/office/drawing/2014/main" id="{882DC318-B90C-4006-1569-55B687C09E66}"/>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8DDDCC19-E8E2-8995-FC8A-709B4A26D8DD}"/>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78776F79-3BE7-7A6D-CD72-4E72E40FD256}"/>
              </a:ext>
            </a:extLst>
          </p:cNvPr>
          <p:cNvSpPr>
            <a:spLocks noGrp="1"/>
          </p:cNvSpPr>
          <p:nvPr>
            <p:ph type="sldNum" sz="quarter" idx="12"/>
          </p:nvPr>
        </p:nvSpPr>
        <p:spPr/>
        <p:txBody>
          <a:bodyPr/>
          <a:lstStyle/>
          <a:p>
            <a:fld id="{96488407-C0BF-40E8-A3EB-897F5073D33C}" type="slidenum">
              <a:rPr lang="en-US" smtClean="0"/>
              <a:t>2</a:t>
            </a:fld>
            <a:endParaRPr lang="en-US"/>
          </a:p>
        </p:txBody>
      </p:sp>
    </p:spTree>
    <p:extLst>
      <p:ext uri="{BB962C8B-B14F-4D97-AF65-F5344CB8AC3E}">
        <p14:creationId xmlns:p14="http://schemas.microsoft.com/office/powerpoint/2010/main" val="1662073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A828C-3A92-429E-07CD-2190BD9E3470}"/>
              </a:ext>
            </a:extLst>
          </p:cNvPr>
          <p:cNvSpPr>
            <a:spLocks noGrp="1"/>
          </p:cNvSpPr>
          <p:nvPr>
            <p:ph type="title"/>
          </p:nvPr>
        </p:nvSpPr>
        <p:spPr/>
        <p:txBody>
          <a:bodyPr/>
          <a:lstStyle/>
          <a:p>
            <a:r>
              <a:rPr lang="en-US" dirty="0"/>
              <a:t>Finding Operations Plan</a:t>
            </a:r>
          </a:p>
        </p:txBody>
      </p:sp>
      <p:sp>
        <p:nvSpPr>
          <p:cNvPr id="4" name="Date Placeholder 3">
            <a:extLst>
              <a:ext uri="{FF2B5EF4-FFF2-40B4-BE49-F238E27FC236}">
                <a16:creationId xmlns:a16="http://schemas.microsoft.com/office/drawing/2014/main" id="{01769F2C-948E-B835-57E3-316B57CDD087}"/>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E05B2807-3118-522A-CED3-9BA0E1700FDA}"/>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6C52B879-7306-3D4C-EFAD-886AA83F9AA4}"/>
              </a:ext>
            </a:extLst>
          </p:cNvPr>
          <p:cNvSpPr>
            <a:spLocks noGrp="1"/>
          </p:cNvSpPr>
          <p:nvPr>
            <p:ph type="sldNum" sz="quarter" idx="12"/>
          </p:nvPr>
        </p:nvSpPr>
        <p:spPr/>
        <p:txBody>
          <a:bodyPr/>
          <a:lstStyle/>
          <a:p>
            <a:fld id="{96488407-C0BF-40E8-A3EB-897F5073D33C}" type="slidenum">
              <a:rPr lang="en-US" smtClean="0"/>
              <a:t>3</a:t>
            </a:fld>
            <a:endParaRPr lang="en-US"/>
          </a:p>
        </p:txBody>
      </p:sp>
      <p:pic>
        <p:nvPicPr>
          <p:cNvPr id="10" name="Content Placeholder 9">
            <a:extLst>
              <a:ext uri="{FF2B5EF4-FFF2-40B4-BE49-F238E27FC236}">
                <a16:creationId xmlns:a16="http://schemas.microsoft.com/office/drawing/2014/main" id="{5CE69103-BDD9-E905-AFEE-7F7B422E89C9}"/>
              </a:ext>
            </a:extLst>
          </p:cNvPr>
          <p:cNvPicPr>
            <a:picLocks noGrp="1" noChangeAspect="1"/>
          </p:cNvPicPr>
          <p:nvPr>
            <p:ph idx="1"/>
          </p:nvPr>
        </p:nvPicPr>
        <p:blipFill>
          <a:blip r:embed="rId3"/>
          <a:stretch>
            <a:fillRect/>
          </a:stretch>
        </p:blipFill>
        <p:spPr>
          <a:xfrm>
            <a:off x="1101468" y="1969189"/>
            <a:ext cx="9989063" cy="4064209"/>
          </a:xfrm>
          <a:prstGeom prst="rect">
            <a:avLst/>
          </a:prstGeom>
        </p:spPr>
      </p:pic>
      <p:cxnSp>
        <p:nvCxnSpPr>
          <p:cNvPr id="12" name="Straight Arrow Connector 11">
            <a:extLst>
              <a:ext uri="{FF2B5EF4-FFF2-40B4-BE49-F238E27FC236}">
                <a16:creationId xmlns:a16="http://schemas.microsoft.com/office/drawing/2014/main" id="{6D19837B-1B74-DC2B-4BDF-0B1787AD87F7}"/>
              </a:ext>
            </a:extLst>
          </p:cNvPr>
          <p:cNvCxnSpPr/>
          <p:nvPr/>
        </p:nvCxnSpPr>
        <p:spPr>
          <a:xfrm>
            <a:off x="3424687" y="2363638"/>
            <a:ext cx="2993366" cy="1440611"/>
          </a:xfrm>
          <a:prstGeom prst="straightConnector1">
            <a:avLst/>
          </a:prstGeom>
          <a:ln w="38100">
            <a:solidFill>
              <a:srgbClr val="FF0000"/>
            </a:solidFill>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25353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C5543-37D1-E148-91B6-21304679640A}"/>
              </a:ext>
            </a:extLst>
          </p:cNvPr>
          <p:cNvSpPr>
            <a:spLocks noGrp="1"/>
          </p:cNvSpPr>
          <p:nvPr>
            <p:ph type="title"/>
          </p:nvPr>
        </p:nvSpPr>
        <p:spPr/>
        <p:txBody>
          <a:bodyPr/>
          <a:lstStyle/>
          <a:p>
            <a:r>
              <a:rPr lang="en-US" dirty="0"/>
              <a:t>6.0.10 Warnings and Alerts</a:t>
            </a:r>
          </a:p>
        </p:txBody>
      </p:sp>
      <p:sp>
        <p:nvSpPr>
          <p:cNvPr id="3" name="Content Placeholder 2">
            <a:extLst>
              <a:ext uri="{FF2B5EF4-FFF2-40B4-BE49-F238E27FC236}">
                <a16:creationId xmlns:a16="http://schemas.microsoft.com/office/drawing/2014/main" id="{E80C0C5C-C9DF-B182-2A5B-8206D0240D7F}"/>
              </a:ext>
            </a:extLst>
          </p:cNvPr>
          <p:cNvSpPr>
            <a:spLocks noGrp="1"/>
          </p:cNvSpPr>
          <p:nvPr>
            <p:ph idx="1"/>
          </p:nvPr>
        </p:nvSpPr>
        <p:spPr/>
        <p:txBody>
          <a:bodyPr/>
          <a:lstStyle/>
          <a:p>
            <a:r>
              <a:rPr lang="en-US" dirty="0"/>
              <a:t>Levels of warnings or alerts will be listed as follows:</a:t>
            </a:r>
          </a:p>
          <a:p>
            <a:pPr lvl="0"/>
            <a:r>
              <a:rPr lang="en-US" dirty="0"/>
              <a:t>Level 1 = potential for activation</a:t>
            </a:r>
          </a:p>
          <a:p>
            <a:pPr lvl="0"/>
            <a:r>
              <a:rPr lang="en-US" dirty="0"/>
              <a:t>Level 2 = impending activation</a:t>
            </a:r>
          </a:p>
          <a:p>
            <a:pPr lvl="0"/>
            <a:r>
              <a:rPr lang="en-US" dirty="0"/>
              <a:t>Level 3 = activation</a:t>
            </a:r>
          </a:p>
          <a:p>
            <a:pPr marL="0" indent="0">
              <a:buNone/>
            </a:pPr>
            <a:endParaRPr lang="en-US" dirty="0"/>
          </a:p>
        </p:txBody>
      </p:sp>
      <p:sp>
        <p:nvSpPr>
          <p:cNvPr id="4" name="Date Placeholder 3">
            <a:extLst>
              <a:ext uri="{FF2B5EF4-FFF2-40B4-BE49-F238E27FC236}">
                <a16:creationId xmlns:a16="http://schemas.microsoft.com/office/drawing/2014/main" id="{410D289A-8715-52F2-D38D-3E5252F939BC}"/>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51E0A63D-96D1-C725-0077-401988D9F773}"/>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FAD46D2C-7B82-F0FB-FD16-2E67E445EEB2}"/>
              </a:ext>
            </a:extLst>
          </p:cNvPr>
          <p:cNvSpPr>
            <a:spLocks noGrp="1"/>
          </p:cNvSpPr>
          <p:nvPr>
            <p:ph type="sldNum" sz="quarter" idx="12"/>
          </p:nvPr>
        </p:nvSpPr>
        <p:spPr/>
        <p:txBody>
          <a:bodyPr/>
          <a:lstStyle/>
          <a:p>
            <a:fld id="{96488407-C0BF-40E8-A3EB-897F5073D33C}" type="slidenum">
              <a:rPr lang="en-US" smtClean="0"/>
              <a:t>4</a:t>
            </a:fld>
            <a:endParaRPr lang="en-US"/>
          </a:p>
        </p:txBody>
      </p:sp>
    </p:spTree>
    <p:extLst>
      <p:ext uri="{BB962C8B-B14F-4D97-AF65-F5344CB8AC3E}">
        <p14:creationId xmlns:p14="http://schemas.microsoft.com/office/powerpoint/2010/main" val="12660573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3B37D-1E12-02BA-31A4-C5D77DCEB2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6D5ECD-47AF-290B-CB21-40E8749D26AD}"/>
              </a:ext>
            </a:extLst>
          </p:cNvPr>
          <p:cNvSpPr>
            <a:spLocks noGrp="1"/>
          </p:cNvSpPr>
          <p:nvPr>
            <p:ph type="title"/>
          </p:nvPr>
        </p:nvSpPr>
        <p:spPr/>
        <p:txBody>
          <a:bodyPr/>
          <a:lstStyle/>
          <a:p>
            <a:r>
              <a:rPr lang="en-US" dirty="0"/>
              <a:t>6.0.10 Warnings and Alerts</a:t>
            </a:r>
          </a:p>
        </p:txBody>
      </p:sp>
      <p:sp>
        <p:nvSpPr>
          <p:cNvPr id="3" name="Content Placeholder 2">
            <a:extLst>
              <a:ext uri="{FF2B5EF4-FFF2-40B4-BE49-F238E27FC236}">
                <a16:creationId xmlns:a16="http://schemas.microsoft.com/office/drawing/2014/main" id="{48AF7107-47C4-4882-F043-36C8C25B5285}"/>
              </a:ext>
            </a:extLst>
          </p:cNvPr>
          <p:cNvSpPr>
            <a:spLocks noGrp="1"/>
          </p:cNvSpPr>
          <p:nvPr>
            <p:ph idx="1"/>
          </p:nvPr>
        </p:nvSpPr>
        <p:spPr/>
        <p:txBody>
          <a:bodyPr/>
          <a:lstStyle/>
          <a:p>
            <a:pPr marL="0" indent="0">
              <a:buNone/>
            </a:pPr>
            <a:r>
              <a:rPr lang="en-US" dirty="0"/>
              <a:t>Level 1</a:t>
            </a:r>
          </a:p>
        </p:txBody>
      </p:sp>
      <p:sp>
        <p:nvSpPr>
          <p:cNvPr id="4" name="Date Placeholder 3">
            <a:extLst>
              <a:ext uri="{FF2B5EF4-FFF2-40B4-BE49-F238E27FC236}">
                <a16:creationId xmlns:a16="http://schemas.microsoft.com/office/drawing/2014/main" id="{53BC08A8-25BF-0CA9-35C0-3F95B3060451}"/>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D218FF0E-C90C-2E90-C4D9-F8432478C6DD}"/>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64EBBB30-5113-F380-F95A-87E0BE0C1125}"/>
              </a:ext>
            </a:extLst>
          </p:cNvPr>
          <p:cNvSpPr>
            <a:spLocks noGrp="1"/>
          </p:cNvSpPr>
          <p:nvPr>
            <p:ph type="sldNum" sz="quarter" idx="12"/>
          </p:nvPr>
        </p:nvSpPr>
        <p:spPr/>
        <p:txBody>
          <a:bodyPr/>
          <a:lstStyle/>
          <a:p>
            <a:fld id="{96488407-C0BF-40E8-A3EB-897F5073D33C}" type="slidenum">
              <a:rPr lang="en-US" smtClean="0"/>
              <a:t>5</a:t>
            </a:fld>
            <a:endParaRPr lang="en-US"/>
          </a:p>
        </p:txBody>
      </p:sp>
      <p:grpSp>
        <p:nvGrpSpPr>
          <p:cNvPr id="18" name="Group 17">
            <a:extLst>
              <a:ext uri="{FF2B5EF4-FFF2-40B4-BE49-F238E27FC236}">
                <a16:creationId xmlns:a16="http://schemas.microsoft.com/office/drawing/2014/main" id="{5153C679-9502-DEB1-210C-EAE4865C22C8}"/>
              </a:ext>
            </a:extLst>
          </p:cNvPr>
          <p:cNvGrpSpPr/>
          <p:nvPr/>
        </p:nvGrpSpPr>
        <p:grpSpPr>
          <a:xfrm>
            <a:off x="3000195" y="2839858"/>
            <a:ext cx="1200510" cy="1189083"/>
            <a:chOff x="1117121" y="3204713"/>
            <a:chExt cx="1200510" cy="1189083"/>
          </a:xfrm>
        </p:grpSpPr>
        <p:pic>
          <p:nvPicPr>
            <p:cNvPr id="10" name="Graphic 9" descr="Firefighter male outline">
              <a:extLst>
                <a:ext uri="{FF2B5EF4-FFF2-40B4-BE49-F238E27FC236}">
                  <a16:creationId xmlns:a16="http://schemas.microsoft.com/office/drawing/2014/main" id="{AD3808D4-2075-3225-510F-2C33920D70B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95400" y="3204713"/>
              <a:ext cx="914400" cy="914400"/>
            </a:xfrm>
            <a:prstGeom prst="rect">
              <a:avLst/>
            </a:prstGeom>
          </p:spPr>
        </p:pic>
        <p:sp>
          <p:nvSpPr>
            <p:cNvPr id="13" name="TextBox 12">
              <a:extLst>
                <a:ext uri="{FF2B5EF4-FFF2-40B4-BE49-F238E27FC236}">
                  <a16:creationId xmlns:a16="http://schemas.microsoft.com/office/drawing/2014/main" id="{64ACB330-EECB-3191-5518-EB2C408102F6}"/>
                </a:ext>
              </a:extLst>
            </p:cNvPr>
            <p:cNvSpPr txBox="1"/>
            <p:nvPr/>
          </p:nvSpPr>
          <p:spPr>
            <a:xfrm>
              <a:off x="1117121" y="4022860"/>
              <a:ext cx="1200510" cy="370936"/>
            </a:xfrm>
            <a:prstGeom prst="rect">
              <a:avLst/>
            </a:prstGeom>
            <a:noFill/>
          </p:spPr>
          <p:txBody>
            <a:bodyPr wrap="square" rtlCol="0">
              <a:spAutoFit/>
            </a:bodyPr>
            <a:lstStyle/>
            <a:p>
              <a:pPr algn="ctr"/>
              <a:r>
                <a:rPr lang="en-US" dirty="0"/>
                <a:t>EMA</a:t>
              </a:r>
            </a:p>
          </p:txBody>
        </p:sp>
      </p:grpSp>
      <p:grpSp>
        <p:nvGrpSpPr>
          <p:cNvPr id="20" name="Group 19">
            <a:extLst>
              <a:ext uri="{FF2B5EF4-FFF2-40B4-BE49-F238E27FC236}">
                <a16:creationId xmlns:a16="http://schemas.microsoft.com/office/drawing/2014/main" id="{6AC8DBC4-6AFE-14E7-89D1-C8CDFBDA5854}"/>
              </a:ext>
            </a:extLst>
          </p:cNvPr>
          <p:cNvGrpSpPr/>
          <p:nvPr/>
        </p:nvGrpSpPr>
        <p:grpSpPr>
          <a:xfrm>
            <a:off x="3000195" y="4676146"/>
            <a:ext cx="1200510" cy="1135962"/>
            <a:chOff x="1117121" y="5041001"/>
            <a:chExt cx="1200510" cy="1135962"/>
          </a:xfrm>
        </p:grpSpPr>
        <p:pic>
          <p:nvPicPr>
            <p:cNvPr id="12" name="Graphic 11" descr="Employee badge with solid fill">
              <a:extLst>
                <a:ext uri="{FF2B5EF4-FFF2-40B4-BE49-F238E27FC236}">
                  <a16:creationId xmlns:a16="http://schemas.microsoft.com/office/drawing/2014/main" id="{FBD116F2-4A51-2F4D-5FC6-C332AD56D18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400" y="5041001"/>
              <a:ext cx="914400" cy="914400"/>
            </a:xfrm>
            <a:prstGeom prst="rect">
              <a:avLst/>
            </a:prstGeom>
          </p:spPr>
        </p:pic>
        <p:sp>
          <p:nvSpPr>
            <p:cNvPr id="15" name="TextBox 14">
              <a:extLst>
                <a:ext uri="{FF2B5EF4-FFF2-40B4-BE49-F238E27FC236}">
                  <a16:creationId xmlns:a16="http://schemas.microsoft.com/office/drawing/2014/main" id="{8DDDA939-EADD-63D0-3B5C-8D8ECA2E5884}"/>
                </a:ext>
              </a:extLst>
            </p:cNvPr>
            <p:cNvSpPr txBox="1"/>
            <p:nvPr/>
          </p:nvSpPr>
          <p:spPr>
            <a:xfrm>
              <a:off x="1117121" y="5806027"/>
              <a:ext cx="1200510" cy="370936"/>
            </a:xfrm>
            <a:prstGeom prst="rect">
              <a:avLst/>
            </a:prstGeom>
            <a:noFill/>
          </p:spPr>
          <p:txBody>
            <a:bodyPr wrap="square" rtlCol="0">
              <a:spAutoFit/>
            </a:bodyPr>
            <a:lstStyle/>
            <a:p>
              <a:pPr algn="ctr"/>
              <a:r>
                <a:rPr lang="en-US" dirty="0"/>
                <a:t>ASEC</a:t>
              </a:r>
            </a:p>
          </p:txBody>
        </p:sp>
      </p:grpSp>
      <p:grpSp>
        <p:nvGrpSpPr>
          <p:cNvPr id="19" name="Group 18">
            <a:extLst>
              <a:ext uri="{FF2B5EF4-FFF2-40B4-BE49-F238E27FC236}">
                <a16:creationId xmlns:a16="http://schemas.microsoft.com/office/drawing/2014/main" id="{7361E382-F5F4-6E9F-13DE-35059C1F0454}"/>
              </a:ext>
            </a:extLst>
          </p:cNvPr>
          <p:cNvGrpSpPr/>
          <p:nvPr/>
        </p:nvGrpSpPr>
        <p:grpSpPr>
          <a:xfrm>
            <a:off x="4165480" y="3658005"/>
            <a:ext cx="1200510" cy="1215186"/>
            <a:chOff x="2282406" y="4022860"/>
            <a:chExt cx="1200510" cy="1215186"/>
          </a:xfrm>
        </p:grpSpPr>
        <p:pic>
          <p:nvPicPr>
            <p:cNvPr id="8" name="Graphic 7" descr="User outline">
              <a:extLst>
                <a:ext uri="{FF2B5EF4-FFF2-40B4-BE49-F238E27FC236}">
                  <a16:creationId xmlns:a16="http://schemas.microsoft.com/office/drawing/2014/main" id="{260DE398-BBD0-39B0-FAFD-2E3865B26E1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25461" y="4022860"/>
              <a:ext cx="914400" cy="914400"/>
            </a:xfrm>
            <a:prstGeom prst="rect">
              <a:avLst/>
            </a:prstGeom>
          </p:spPr>
        </p:pic>
        <p:sp>
          <p:nvSpPr>
            <p:cNvPr id="17" name="TextBox 16">
              <a:extLst>
                <a:ext uri="{FF2B5EF4-FFF2-40B4-BE49-F238E27FC236}">
                  <a16:creationId xmlns:a16="http://schemas.microsoft.com/office/drawing/2014/main" id="{72098DFD-91E4-BE6E-4B85-226E903A63A5}"/>
                </a:ext>
              </a:extLst>
            </p:cNvPr>
            <p:cNvSpPr txBox="1"/>
            <p:nvPr/>
          </p:nvSpPr>
          <p:spPr>
            <a:xfrm>
              <a:off x="2282406" y="4867110"/>
              <a:ext cx="1200510" cy="370936"/>
            </a:xfrm>
            <a:prstGeom prst="rect">
              <a:avLst/>
            </a:prstGeom>
            <a:noFill/>
          </p:spPr>
          <p:txBody>
            <a:bodyPr wrap="square" rtlCol="0">
              <a:spAutoFit/>
            </a:bodyPr>
            <a:lstStyle/>
            <a:p>
              <a:pPr algn="ctr"/>
              <a:r>
                <a:rPr lang="en-US" dirty="0"/>
                <a:t>EC</a:t>
              </a:r>
            </a:p>
          </p:txBody>
        </p:sp>
      </p:grpSp>
      <p:grpSp>
        <p:nvGrpSpPr>
          <p:cNvPr id="25" name="Group 24">
            <a:extLst>
              <a:ext uri="{FF2B5EF4-FFF2-40B4-BE49-F238E27FC236}">
                <a16:creationId xmlns:a16="http://schemas.microsoft.com/office/drawing/2014/main" id="{826731CE-F29D-CEDA-56DC-FC8D635185B4}"/>
              </a:ext>
            </a:extLst>
          </p:cNvPr>
          <p:cNvGrpSpPr/>
          <p:nvPr/>
        </p:nvGrpSpPr>
        <p:grpSpPr>
          <a:xfrm>
            <a:off x="6433148" y="3658005"/>
            <a:ext cx="1425515" cy="1093787"/>
            <a:chOff x="5840442" y="3293928"/>
            <a:chExt cx="1425515" cy="1093787"/>
          </a:xfrm>
        </p:grpSpPr>
        <p:pic>
          <p:nvPicPr>
            <p:cNvPr id="22" name="Graphic 21" descr="Users outline">
              <a:extLst>
                <a:ext uri="{FF2B5EF4-FFF2-40B4-BE49-F238E27FC236}">
                  <a16:creationId xmlns:a16="http://schemas.microsoft.com/office/drawing/2014/main" id="{3C57314C-3E31-8A95-2015-B2F61F7AE4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0" y="3293928"/>
              <a:ext cx="914400" cy="914400"/>
            </a:xfrm>
            <a:prstGeom prst="rect">
              <a:avLst/>
            </a:prstGeom>
          </p:spPr>
        </p:pic>
        <p:sp>
          <p:nvSpPr>
            <p:cNvPr id="24" name="TextBox 23">
              <a:extLst>
                <a:ext uri="{FF2B5EF4-FFF2-40B4-BE49-F238E27FC236}">
                  <a16:creationId xmlns:a16="http://schemas.microsoft.com/office/drawing/2014/main" id="{A2D748D5-5A11-133E-68E0-70439F4F2FFC}"/>
                </a:ext>
              </a:extLst>
            </p:cNvPr>
            <p:cNvSpPr txBox="1"/>
            <p:nvPr/>
          </p:nvSpPr>
          <p:spPr>
            <a:xfrm>
              <a:off x="5840442" y="4018383"/>
              <a:ext cx="1425515" cy="369332"/>
            </a:xfrm>
            <a:prstGeom prst="rect">
              <a:avLst/>
            </a:prstGeom>
            <a:noFill/>
          </p:spPr>
          <p:txBody>
            <a:bodyPr wrap="square" rtlCol="0">
              <a:spAutoFit/>
            </a:bodyPr>
            <a:lstStyle/>
            <a:p>
              <a:pPr algn="ctr"/>
              <a:r>
                <a:rPr lang="en-US" dirty="0"/>
                <a:t>WCKY ARES</a:t>
              </a:r>
            </a:p>
          </p:txBody>
        </p:sp>
      </p:grpSp>
      <p:pic>
        <p:nvPicPr>
          <p:cNvPr id="27" name="Graphic 26" descr="Backpack outline">
            <a:extLst>
              <a:ext uri="{FF2B5EF4-FFF2-40B4-BE49-F238E27FC236}">
                <a16:creationId xmlns:a16="http://schemas.microsoft.com/office/drawing/2014/main" id="{808046F8-2C57-BFB8-8C07-7BEF887934E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36325" y="3463747"/>
            <a:ext cx="914400" cy="914400"/>
          </a:xfrm>
          <a:prstGeom prst="rect">
            <a:avLst/>
          </a:prstGeom>
        </p:spPr>
      </p:pic>
      <p:pic>
        <p:nvPicPr>
          <p:cNvPr id="29" name="Graphic 28" descr="Radio outline">
            <a:extLst>
              <a:ext uri="{FF2B5EF4-FFF2-40B4-BE49-F238E27FC236}">
                <a16:creationId xmlns:a16="http://schemas.microsoft.com/office/drawing/2014/main" id="{CCAAFC77-B81A-85F4-8CD2-46992BFA8E2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780648" y="3789005"/>
            <a:ext cx="914400" cy="914400"/>
          </a:xfrm>
          <a:prstGeom prst="rect">
            <a:avLst/>
          </a:prstGeom>
        </p:spPr>
      </p:pic>
      <p:pic>
        <p:nvPicPr>
          <p:cNvPr id="31" name="Graphic 30" descr="Full battery outline">
            <a:extLst>
              <a:ext uri="{FF2B5EF4-FFF2-40B4-BE49-F238E27FC236}">
                <a16:creationId xmlns:a16="http://schemas.microsoft.com/office/drawing/2014/main" id="{594D69DD-6355-75FC-FD95-BCBBED3F383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66248" y="4381142"/>
            <a:ext cx="914400" cy="914400"/>
          </a:xfrm>
          <a:prstGeom prst="rect">
            <a:avLst/>
          </a:prstGeom>
        </p:spPr>
      </p:pic>
      <p:cxnSp>
        <p:nvCxnSpPr>
          <p:cNvPr id="35" name="Straight Arrow Connector 34">
            <a:extLst>
              <a:ext uri="{FF2B5EF4-FFF2-40B4-BE49-F238E27FC236}">
                <a16:creationId xmlns:a16="http://schemas.microsoft.com/office/drawing/2014/main" id="{33DED2DC-D926-6B0E-008E-9395F46C3521}"/>
              </a:ext>
            </a:extLst>
          </p:cNvPr>
          <p:cNvCxnSpPr>
            <a:cxnSpLocks/>
          </p:cNvCxnSpPr>
          <p:nvPr/>
        </p:nvCxnSpPr>
        <p:spPr>
          <a:xfrm flipH="1" flipV="1">
            <a:off x="3913516" y="3846098"/>
            <a:ext cx="542747" cy="434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D4E57E35-5630-7336-F538-7064D62C50DD}"/>
              </a:ext>
            </a:extLst>
          </p:cNvPr>
          <p:cNvCxnSpPr>
            <a:cxnSpLocks/>
          </p:cNvCxnSpPr>
          <p:nvPr/>
        </p:nvCxnSpPr>
        <p:spPr>
          <a:xfrm flipH="1">
            <a:off x="3913516" y="4496759"/>
            <a:ext cx="522258" cy="3894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2524CFB-265D-2E54-568F-963558F4F800}"/>
              </a:ext>
            </a:extLst>
          </p:cNvPr>
          <p:cNvCxnSpPr>
            <a:cxnSpLocks/>
            <a:endCxn id="45" idx="2"/>
          </p:cNvCxnSpPr>
          <p:nvPr/>
        </p:nvCxnSpPr>
        <p:spPr>
          <a:xfrm>
            <a:off x="7633029" y="4120781"/>
            <a:ext cx="891846" cy="185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Oval 44">
            <a:extLst>
              <a:ext uri="{FF2B5EF4-FFF2-40B4-BE49-F238E27FC236}">
                <a16:creationId xmlns:a16="http://schemas.microsoft.com/office/drawing/2014/main" id="{2B4C28FE-ED1E-3163-EB5E-2D0017FB6094}"/>
              </a:ext>
            </a:extLst>
          </p:cNvPr>
          <p:cNvSpPr/>
          <p:nvPr/>
        </p:nvSpPr>
        <p:spPr>
          <a:xfrm>
            <a:off x="8524875" y="3171825"/>
            <a:ext cx="2400300" cy="226934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8" name="Graphic 47" descr="Cell Tower outline">
            <a:extLst>
              <a:ext uri="{FF2B5EF4-FFF2-40B4-BE49-F238E27FC236}">
                <a16:creationId xmlns:a16="http://schemas.microsoft.com/office/drawing/2014/main" id="{EFD24262-1126-FE47-49DC-4B036E3B0DF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511830" y="2373133"/>
            <a:ext cx="914400" cy="914400"/>
          </a:xfrm>
          <a:prstGeom prst="rect">
            <a:avLst/>
          </a:prstGeom>
        </p:spPr>
      </p:pic>
      <p:cxnSp>
        <p:nvCxnSpPr>
          <p:cNvPr id="49" name="Straight Arrow Connector 48">
            <a:extLst>
              <a:ext uri="{FF2B5EF4-FFF2-40B4-BE49-F238E27FC236}">
                <a16:creationId xmlns:a16="http://schemas.microsoft.com/office/drawing/2014/main" id="{C9BA3D70-05F4-1CFF-71DC-E8B9C699558B}"/>
              </a:ext>
            </a:extLst>
          </p:cNvPr>
          <p:cNvCxnSpPr>
            <a:cxnSpLocks/>
          </p:cNvCxnSpPr>
          <p:nvPr/>
        </p:nvCxnSpPr>
        <p:spPr>
          <a:xfrm flipH="1">
            <a:off x="4984720" y="3199995"/>
            <a:ext cx="633234" cy="642468"/>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BD462044-27E5-FABF-8E0C-FFAC68334802}"/>
              </a:ext>
            </a:extLst>
          </p:cNvPr>
          <p:cNvCxnSpPr>
            <a:cxnSpLocks/>
          </p:cNvCxnSpPr>
          <p:nvPr/>
        </p:nvCxnSpPr>
        <p:spPr>
          <a:xfrm>
            <a:off x="6293687" y="3198483"/>
            <a:ext cx="580040" cy="575686"/>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7437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B3EA3-5415-E9B7-54C8-CEDA956EFD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F14244-E7AB-32D2-0570-FCD6A7D18B22}"/>
              </a:ext>
            </a:extLst>
          </p:cNvPr>
          <p:cNvSpPr>
            <a:spLocks noGrp="1"/>
          </p:cNvSpPr>
          <p:nvPr>
            <p:ph type="title"/>
          </p:nvPr>
        </p:nvSpPr>
        <p:spPr/>
        <p:txBody>
          <a:bodyPr/>
          <a:lstStyle/>
          <a:p>
            <a:r>
              <a:rPr lang="en-US" dirty="0"/>
              <a:t>6.0.10 Warnings and Alerts</a:t>
            </a:r>
          </a:p>
        </p:txBody>
      </p:sp>
      <p:sp>
        <p:nvSpPr>
          <p:cNvPr id="3" name="Content Placeholder 2">
            <a:extLst>
              <a:ext uri="{FF2B5EF4-FFF2-40B4-BE49-F238E27FC236}">
                <a16:creationId xmlns:a16="http://schemas.microsoft.com/office/drawing/2014/main" id="{AFFBA5CE-D788-307A-BFC5-1D63FAE5DAD1}"/>
              </a:ext>
            </a:extLst>
          </p:cNvPr>
          <p:cNvSpPr>
            <a:spLocks noGrp="1"/>
          </p:cNvSpPr>
          <p:nvPr>
            <p:ph idx="1"/>
          </p:nvPr>
        </p:nvSpPr>
        <p:spPr/>
        <p:txBody>
          <a:bodyPr/>
          <a:lstStyle/>
          <a:p>
            <a:pPr marL="0" indent="0">
              <a:buNone/>
            </a:pPr>
            <a:r>
              <a:rPr lang="en-US" dirty="0"/>
              <a:t>Level 2</a:t>
            </a:r>
          </a:p>
        </p:txBody>
      </p:sp>
      <p:sp>
        <p:nvSpPr>
          <p:cNvPr id="4" name="Date Placeholder 3">
            <a:extLst>
              <a:ext uri="{FF2B5EF4-FFF2-40B4-BE49-F238E27FC236}">
                <a16:creationId xmlns:a16="http://schemas.microsoft.com/office/drawing/2014/main" id="{8AF5F467-80E9-9E31-E070-5AF87ECBD636}"/>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53C77F77-3BE2-C3A5-D5AB-85854B1B28C3}"/>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2F6B2CE8-EF1D-0B3C-FDB8-A60925EF2C57}"/>
              </a:ext>
            </a:extLst>
          </p:cNvPr>
          <p:cNvSpPr>
            <a:spLocks noGrp="1"/>
          </p:cNvSpPr>
          <p:nvPr>
            <p:ph type="sldNum" sz="quarter" idx="12"/>
          </p:nvPr>
        </p:nvSpPr>
        <p:spPr/>
        <p:txBody>
          <a:bodyPr/>
          <a:lstStyle/>
          <a:p>
            <a:fld id="{96488407-C0BF-40E8-A3EB-897F5073D33C}" type="slidenum">
              <a:rPr lang="en-US" smtClean="0"/>
              <a:t>6</a:t>
            </a:fld>
            <a:endParaRPr lang="en-US"/>
          </a:p>
        </p:txBody>
      </p:sp>
      <p:grpSp>
        <p:nvGrpSpPr>
          <p:cNvPr id="18" name="Group 17">
            <a:extLst>
              <a:ext uri="{FF2B5EF4-FFF2-40B4-BE49-F238E27FC236}">
                <a16:creationId xmlns:a16="http://schemas.microsoft.com/office/drawing/2014/main" id="{6D593CDE-D8BE-9193-7037-B44E5E1879F8}"/>
              </a:ext>
            </a:extLst>
          </p:cNvPr>
          <p:cNvGrpSpPr/>
          <p:nvPr/>
        </p:nvGrpSpPr>
        <p:grpSpPr>
          <a:xfrm>
            <a:off x="3000195" y="2839858"/>
            <a:ext cx="1200510" cy="1189083"/>
            <a:chOff x="1117121" y="3204713"/>
            <a:chExt cx="1200510" cy="1189083"/>
          </a:xfrm>
        </p:grpSpPr>
        <p:pic>
          <p:nvPicPr>
            <p:cNvPr id="10" name="Graphic 9" descr="Firefighter male outline">
              <a:extLst>
                <a:ext uri="{FF2B5EF4-FFF2-40B4-BE49-F238E27FC236}">
                  <a16:creationId xmlns:a16="http://schemas.microsoft.com/office/drawing/2014/main" id="{4A85FA50-A795-7BCB-D862-9AA2E194A1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95400" y="3204713"/>
              <a:ext cx="914400" cy="914400"/>
            </a:xfrm>
            <a:prstGeom prst="rect">
              <a:avLst/>
            </a:prstGeom>
          </p:spPr>
        </p:pic>
        <p:sp>
          <p:nvSpPr>
            <p:cNvPr id="13" name="TextBox 12">
              <a:extLst>
                <a:ext uri="{FF2B5EF4-FFF2-40B4-BE49-F238E27FC236}">
                  <a16:creationId xmlns:a16="http://schemas.microsoft.com/office/drawing/2014/main" id="{488FF15A-6C19-39FD-CB83-4305593EBEE5}"/>
                </a:ext>
              </a:extLst>
            </p:cNvPr>
            <p:cNvSpPr txBox="1"/>
            <p:nvPr/>
          </p:nvSpPr>
          <p:spPr>
            <a:xfrm>
              <a:off x="1117121" y="4022860"/>
              <a:ext cx="1200510" cy="370936"/>
            </a:xfrm>
            <a:prstGeom prst="rect">
              <a:avLst/>
            </a:prstGeom>
            <a:noFill/>
          </p:spPr>
          <p:txBody>
            <a:bodyPr wrap="square" rtlCol="0">
              <a:spAutoFit/>
            </a:bodyPr>
            <a:lstStyle/>
            <a:p>
              <a:pPr algn="ctr"/>
              <a:r>
                <a:rPr lang="en-US" dirty="0"/>
                <a:t>EMA</a:t>
              </a:r>
            </a:p>
          </p:txBody>
        </p:sp>
      </p:grpSp>
      <p:grpSp>
        <p:nvGrpSpPr>
          <p:cNvPr id="20" name="Group 19">
            <a:extLst>
              <a:ext uri="{FF2B5EF4-FFF2-40B4-BE49-F238E27FC236}">
                <a16:creationId xmlns:a16="http://schemas.microsoft.com/office/drawing/2014/main" id="{CEBE0AE0-9A9B-0607-9CB5-F114723A7D95}"/>
              </a:ext>
            </a:extLst>
          </p:cNvPr>
          <p:cNvGrpSpPr/>
          <p:nvPr/>
        </p:nvGrpSpPr>
        <p:grpSpPr>
          <a:xfrm>
            <a:off x="3000195" y="4676146"/>
            <a:ext cx="1200510" cy="1135962"/>
            <a:chOff x="1117121" y="5041001"/>
            <a:chExt cx="1200510" cy="1135962"/>
          </a:xfrm>
        </p:grpSpPr>
        <p:pic>
          <p:nvPicPr>
            <p:cNvPr id="12" name="Graphic 11" descr="Employee badge with solid fill">
              <a:extLst>
                <a:ext uri="{FF2B5EF4-FFF2-40B4-BE49-F238E27FC236}">
                  <a16:creationId xmlns:a16="http://schemas.microsoft.com/office/drawing/2014/main" id="{E843610A-0DBA-2173-6C5A-10EB6F5402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400" y="5041001"/>
              <a:ext cx="914400" cy="914400"/>
            </a:xfrm>
            <a:prstGeom prst="rect">
              <a:avLst/>
            </a:prstGeom>
          </p:spPr>
        </p:pic>
        <p:sp>
          <p:nvSpPr>
            <p:cNvPr id="15" name="TextBox 14">
              <a:extLst>
                <a:ext uri="{FF2B5EF4-FFF2-40B4-BE49-F238E27FC236}">
                  <a16:creationId xmlns:a16="http://schemas.microsoft.com/office/drawing/2014/main" id="{8AFC5C60-DFB3-8585-B559-E9D03A74BA57}"/>
                </a:ext>
              </a:extLst>
            </p:cNvPr>
            <p:cNvSpPr txBox="1"/>
            <p:nvPr/>
          </p:nvSpPr>
          <p:spPr>
            <a:xfrm>
              <a:off x="1117121" y="5806027"/>
              <a:ext cx="1200510" cy="370936"/>
            </a:xfrm>
            <a:prstGeom prst="rect">
              <a:avLst/>
            </a:prstGeom>
            <a:noFill/>
          </p:spPr>
          <p:txBody>
            <a:bodyPr wrap="square" rtlCol="0">
              <a:spAutoFit/>
            </a:bodyPr>
            <a:lstStyle/>
            <a:p>
              <a:pPr algn="ctr"/>
              <a:r>
                <a:rPr lang="en-US" dirty="0"/>
                <a:t>ASEC</a:t>
              </a:r>
            </a:p>
          </p:txBody>
        </p:sp>
      </p:grpSp>
      <p:grpSp>
        <p:nvGrpSpPr>
          <p:cNvPr id="19" name="Group 18">
            <a:extLst>
              <a:ext uri="{FF2B5EF4-FFF2-40B4-BE49-F238E27FC236}">
                <a16:creationId xmlns:a16="http://schemas.microsoft.com/office/drawing/2014/main" id="{A1CC6A97-4870-8AF0-4F13-A4802B4EDDFD}"/>
              </a:ext>
            </a:extLst>
          </p:cNvPr>
          <p:cNvGrpSpPr/>
          <p:nvPr/>
        </p:nvGrpSpPr>
        <p:grpSpPr>
          <a:xfrm>
            <a:off x="4165480" y="3658005"/>
            <a:ext cx="1200510" cy="1215186"/>
            <a:chOff x="2282406" y="4022860"/>
            <a:chExt cx="1200510" cy="1215186"/>
          </a:xfrm>
        </p:grpSpPr>
        <p:pic>
          <p:nvPicPr>
            <p:cNvPr id="8" name="Graphic 7" descr="User outline">
              <a:extLst>
                <a:ext uri="{FF2B5EF4-FFF2-40B4-BE49-F238E27FC236}">
                  <a16:creationId xmlns:a16="http://schemas.microsoft.com/office/drawing/2014/main" id="{6A0274A3-9714-69FC-5074-D970406B20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25461" y="4022860"/>
              <a:ext cx="914400" cy="914400"/>
            </a:xfrm>
            <a:prstGeom prst="rect">
              <a:avLst/>
            </a:prstGeom>
          </p:spPr>
        </p:pic>
        <p:sp>
          <p:nvSpPr>
            <p:cNvPr id="17" name="TextBox 16">
              <a:extLst>
                <a:ext uri="{FF2B5EF4-FFF2-40B4-BE49-F238E27FC236}">
                  <a16:creationId xmlns:a16="http://schemas.microsoft.com/office/drawing/2014/main" id="{0CF2EFC2-0C6E-527E-F7A0-CCCB50E1566C}"/>
                </a:ext>
              </a:extLst>
            </p:cNvPr>
            <p:cNvSpPr txBox="1"/>
            <p:nvPr/>
          </p:nvSpPr>
          <p:spPr>
            <a:xfrm>
              <a:off x="2282406" y="4867110"/>
              <a:ext cx="1200510" cy="370936"/>
            </a:xfrm>
            <a:prstGeom prst="rect">
              <a:avLst/>
            </a:prstGeom>
            <a:noFill/>
          </p:spPr>
          <p:txBody>
            <a:bodyPr wrap="square" rtlCol="0">
              <a:spAutoFit/>
            </a:bodyPr>
            <a:lstStyle/>
            <a:p>
              <a:pPr algn="ctr"/>
              <a:r>
                <a:rPr lang="en-US" dirty="0"/>
                <a:t>EC</a:t>
              </a:r>
            </a:p>
          </p:txBody>
        </p:sp>
      </p:grpSp>
      <p:grpSp>
        <p:nvGrpSpPr>
          <p:cNvPr id="25" name="Group 24">
            <a:extLst>
              <a:ext uri="{FF2B5EF4-FFF2-40B4-BE49-F238E27FC236}">
                <a16:creationId xmlns:a16="http://schemas.microsoft.com/office/drawing/2014/main" id="{64F3253C-0416-6DDE-FEF6-5EBADC3AC7FC}"/>
              </a:ext>
            </a:extLst>
          </p:cNvPr>
          <p:cNvGrpSpPr/>
          <p:nvPr/>
        </p:nvGrpSpPr>
        <p:grpSpPr>
          <a:xfrm>
            <a:off x="6433148" y="3658005"/>
            <a:ext cx="1425515" cy="1093787"/>
            <a:chOff x="5840442" y="3293928"/>
            <a:chExt cx="1425515" cy="1093787"/>
          </a:xfrm>
        </p:grpSpPr>
        <p:pic>
          <p:nvPicPr>
            <p:cNvPr id="22" name="Graphic 21" descr="Users outline">
              <a:extLst>
                <a:ext uri="{FF2B5EF4-FFF2-40B4-BE49-F238E27FC236}">
                  <a16:creationId xmlns:a16="http://schemas.microsoft.com/office/drawing/2014/main" id="{24CC904E-3520-78DD-15FE-288DA9037D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0" y="3293928"/>
              <a:ext cx="914400" cy="914400"/>
            </a:xfrm>
            <a:prstGeom prst="rect">
              <a:avLst/>
            </a:prstGeom>
          </p:spPr>
        </p:pic>
        <p:sp>
          <p:nvSpPr>
            <p:cNvPr id="24" name="TextBox 23">
              <a:extLst>
                <a:ext uri="{FF2B5EF4-FFF2-40B4-BE49-F238E27FC236}">
                  <a16:creationId xmlns:a16="http://schemas.microsoft.com/office/drawing/2014/main" id="{985EDECF-1939-6050-7ECC-056374751F98}"/>
                </a:ext>
              </a:extLst>
            </p:cNvPr>
            <p:cNvSpPr txBox="1"/>
            <p:nvPr/>
          </p:nvSpPr>
          <p:spPr>
            <a:xfrm>
              <a:off x="5840442" y="4018383"/>
              <a:ext cx="1425515" cy="369332"/>
            </a:xfrm>
            <a:prstGeom prst="rect">
              <a:avLst/>
            </a:prstGeom>
            <a:noFill/>
          </p:spPr>
          <p:txBody>
            <a:bodyPr wrap="square" rtlCol="0">
              <a:spAutoFit/>
            </a:bodyPr>
            <a:lstStyle/>
            <a:p>
              <a:pPr algn="ctr"/>
              <a:r>
                <a:rPr lang="en-US" dirty="0"/>
                <a:t>WCKY ARES</a:t>
              </a:r>
            </a:p>
          </p:txBody>
        </p:sp>
      </p:grpSp>
      <p:cxnSp>
        <p:nvCxnSpPr>
          <p:cNvPr id="35" name="Straight Arrow Connector 34">
            <a:extLst>
              <a:ext uri="{FF2B5EF4-FFF2-40B4-BE49-F238E27FC236}">
                <a16:creationId xmlns:a16="http://schemas.microsoft.com/office/drawing/2014/main" id="{6166D8A7-4999-9563-297E-DC599718A8E5}"/>
              </a:ext>
            </a:extLst>
          </p:cNvPr>
          <p:cNvCxnSpPr>
            <a:cxnSpLocks/>
          </p:cNvCxnSpPr>
          <p:nvPr/>
        </p:nvCxnSpPr>
        <p:spPr>
          <a:xfrm flipH="1" flipV="1">
            <a:off x="3913516" y="3846098"/>
            <a:ext cx="542747" cy="434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039CCC99-BBDF-FF0C-6D82-23E56C8A4E07}"/>
              </a:ext>
            </a:extLst>
          </p:cNvPr>
          <p:cNvCxnSpPr>
            <a:cxnSpLocks/>
          </p:cNvCxnSpPr>
          <p:nvPr/>
        </p:nvCxnSpPr>
        <p:spPr>
          <a:xfrm flipH="1">
            <a:off x="3913516" y="4496759"/>
            <a:ext cx="522258" cy="3894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A9E21E-B066-FB23-41A3-9AB267786AE6}"/>
              </a:ext>
            </a:extLst>
          </p:cNvPr>
          <p:cNvCxnSpPr>
            <a:cxnSpLocks/>
            <a:endCxn id="26" idx="2"/>
          </p:cNvCxnSpPr>
          <p:nvPr/>
        </p:nvCxnSpPr>
        <p:spPr>
          <a:xfrm>
            <a:off x="7633029" y="4120781"/>
            <a:ext cx="891846" cy="185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37" name="Group 36">
            <a:extLst>
              <a:ext uri="{FF2B5EF4-FFF2-40B4-BE49-F238E27FC236}">
                <a16:creationId xmlns:a16="http://schemas.microsoft.com/office/drawing/2014/main" id="{09FEB8B6-A211-6C47-2CBC-E002FC436B45}"/>
              </a:ext>
            </a:extLst>
          </p:cNvPr>
          <p:cNvGrpSpPr/>
          <p:nvPr/>
        </p:nvGrpSpPr>
        <p:grpSpPr>
          <a:xfrm>
            <a:off x="8524875" y="3171825"/>
            <a:ext cx="2400300" cy="2269344"/>
            <a:chOff x="8524875" y="3171825"/>
            <a:chExt cx="2400300" cy="2269344"/>
          </a:xfrm>
        </p:grpSpPr>
        <p:pic>
          <p:nvPicPr>
            <p:cNvPr id="27" name="Graphic 26" descr="Backpack outline">
              <a:extLst>
                <a:ext uri="{FF2B5EF4-FFF2-40B4-BE49-F238E27FC236}">
                  <a16:creationId xmlns:a16="http://schemas.microsoft.com/office/drawing/2014/main" id="{F2AE3EC9-97A8-EEB0-D8CD-02A79AD1D2E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36325" y="3463747"/>
              <a:ext cx="914400" cy="914400"/>
            </a:xfrm>
            <a:prstGeom prst="rect">
              <a:avLst/>
            </a:prstGeom>
          </p:spPr>
        </p:pic>
        <p:pic>
          <p:nvPicPr>
            <p:cNvPr id="29" name="Graphic 28" descr="Radio outline">
              <a:extLst>
                <a:ext uri="{FF2B5EF4-FFF2-40B4-BE49-F238E27FC236}">
                  <a16:creationId xmlns:a16="http://schemas.microsoft.com/office/drawing/2014/main" id="{8109E4ED-29DF-02D4-C029-1B6C4D7269F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780648" y="3789005"/>
              <a:ext cx="914400" cy="914400"/>
            </a:xfrm>
            <a:prstGeom prst="rect">
              <a:avLst/>
            </a:prstGeom>
          </p:spPr>
        </p:pic>
        <p:pic>
          <p:nvPicPr>
            <p:cNvPr id="31" name="Graphic 30" descr="Full battery outline">
              <a:extLst>
                <a:ext uri="{FF2B5EF4-FFF2-40B4-BE49-F238E27FC236}">
                  <a16:creationId xmlns:a16="http://schemas.microsoft.com/office/drawing/2014/main" id="{AC4D17B0-243A-7F73-B9FE-914D9CD6D06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66248" y="4381142"/>
              <a:ext cx="914400" cy="914400"/>
            </a:xfrm>
            <a:prstGeom prst="rect">
              <a:avLst/>
            </a:prstGeom>
          </p:spPr>
        </p:pic>
        <p:sp>
          <p:nvSpPr>
            <p:cNvPr id="26" name="Oval 25">
              <a:extLst>
                <a:ext uri="{FF2B5EF4-FFF2-40B4-BE49-F238E27FC236}">
                  <a16:creationId xmlns:a16="http://schemas.microsoft.com/office/drawing/2014/main" id="{B21554F6-648D-F0B5-6DAD-1858075C2995}"/>
                </a:ext>
              </a:extLst>
            </p:cNvPr>
            <p:cNvSpPr/>
            <p:nvPr/>
          </p:nvSpPr>
          <p:spPr>
            <a:xfrm>
              <a:off x="8524875" y="3171825"/>
              <a:ext cx="2400300" cy="226934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F5A9E58A-9A8F-2C8E-6336-F34A930FF62C}"/>
              </a:ext>
            </a:extLst>
          </p:cNvPr>
          <p:cNvGrpSpPr/>
          <p:nvPr/>
        </p:nvGrpSpPr>
        <p:grpSpPr>
          <a:xfrm>
            <a:off x="966518" y="2322742"/>
            <a:ext cx="1944538" cy="1890897"/>
            <a:chOff x="1078211" y="2284508"/>
            <a:chExt cx="1944538" cy="1890897"/>
          </a:xfrm>
        </p:grpSpPr>
        <p:pic>
          <p:nvPicPr>
            <p:cNvPr id="14" name="Graphic 13" descr="Marker with solid fill">
              <a:extLst>
                <a:ext uri="{FF2B5EF4-FFF2-40B4-BE49-F238E27FC236}">
                  <a16:creationId xmlns:a16="http://schemas.microsoft.com/office/drawing/2014/main" id="{99766950-F270-D2A6-CDCB-0570102BAD1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218068" y="2498510"/>
              <a:ext cx="914400" cy="914400"/>
            </a:xfrm>
            <a:prstGeom prst="rect">
              <a:avLst/>
            </a:prstGeom>
          </p:spPr>
        </p:pic>
        <p:pic>
          <p:nvPicPr>
            <p:cNvPr id="21" name="Graphic 20" descr="Treasure Map outline">
              <a:extLst>
                <a:ext uri="{FF2B5EF4-FFF2-40B4-BE49-F238E27FC236}">
                  <a16:creationId xmlns:a16="http://schemas.microsoft.com/office/drawing/2014/main" id="{E1A1FFEA-C362-ADF8-3A6D-71263BF543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729183" y="2987891"/>
              <a:ext cx="914400" cy="914400"/>
            </a:xfrm>
            <a:prstGeom prst="rect">
              <a:avLst/>
            </a:prstGeom>
          </p:spPr>
        </p:pic>
        <p:sp>
          <p:nvSpPr>
            <p:cNvPr id="32" name="Oval 31">
              <a:extLst>
                <a:ext uri="{FF2B5EF4-FFF2-40B4-BE49-F238E27FC236}">
                  <a16:creationId xmlns:a16="http://schemas.microsoft.com/office/drawing/2014/main" id="{93091E85-EB5D-9124-523F-B3ADFFDA10E9}"/>
                </a:ext>
              </a:extLst>
            </p:cNvPr>
            <p:cNvSpPr/>
            <p:nvPr/>
          </p:nvSpPr>
          <p:spPr>
            <a:xfrm>
              <a:off x="1078211" y="2284508"/>
              <a:ext cx="1944538" cy="1890897"/>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10795F34-2B5F-D11D-FE8F-3095382A9DFB}"/>
              </a:ext>
            </a:extLst>
          </p:cNvPr>
          <p:cNvGrpSpPr/>
          <p:nvPr/>
        </p:nvGrpSpPr>
        <p:grpSpPr>
          <a:xfrm>
            <a:off x="1062622" y="4567126"/>
            <a:ext cx="1621226" cy="1470712"/>
            <a:chOff x="1062622" y="4567126"/>
            <a:chExt cx="1621226" cy="1470712"/>
          </a:xfrm>
        </p:grpSpPr>
        <p:pic>
          <p:nvPicPr>
            <p:cNvPr id="9" name="Graphic 8" descr="Marketing outline">
              <a:extLst>
                <a:ext uri="{FF2B5EF4-FFF2-40B4-BE49-F238E27FC236}">
                  <a16:creationId xmlns:a16="http://schemas.microsoft.com/office/drawing/2014/main" id="{D35C9C68-7A25-2F3B-F516-95D37199362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flipH="1">
              <a:off x="1427043" y="4838342"/>
              <a:ext cx="914400" cy="914400"/>
            </a:xfrm>
            <a:prstGeom prst="rect">
              <a:avLst/>
            </a:prstGeom>
          </p:spPr>
        </p:pic>
        <p:sp>
          <p:nvSpPr>
            <p:cNvPr id="34" name="Oval 33">
              <a:extLst>
                <a:ext uri="{FF2B5EF4-FFF2-40B4-BE49-F238E27FC236}">
                  <a16:creationId xmlns:a16="http://schemas.microsoft.com/office/drawing/2014/main" id="{4AE936AA-7942-FF47-61D1-1716F3214229}"/>
                </a:ext>
              </a:extLst>
            </p:cNvPr>
            <p:cNvSpPr/>
            <p:nvPr/>
          </p:nvSpPr>
          <p:spPr>
            <a:xfrm>
              <a:off x="1062622" y="4567126"/>
              <a:ext cx="1621226" cy="1470712"/>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0" name="Straight Arrow Connector 39">
            <a:extLst>
              <a:ext uri="{FF2B5EF4-FFF2-40B4-BE49-F238E27FC236}">
                <a16:creationId xmlns:a16="http://schemas.microsoft.com/office/drawing/2014/main" id="{495F6849-1419-A40C-2460-68696705C8EF}"/>
              </a:ext>
            </a:extLst>
          </p:cNvPr>
          <p:cNvCxnSpPr>
            <a:cxnSpLocks/>
            <a:endCxn id="32" idx="6"/>
          </p:cNvCxnSpPr>
          <p:nvPr/>
        </p:nvCxnSpPr>
        <p:spPr>
          <a:xfrm flipH="1" flipV="1">
            <a:off x="2911056" y="3268191"/>
            <a:ext cx="326636" cy="77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462E8AE7-51A1-B2F3-448C-057259F6FC10}"/>
              </a:ext>
            </a:extLst>
          </p:cNvPr>
          <p:cNvCxnSpPr>
            <a:cxnSpLocks/>
          </p:cNvCxnSpPr>
          <p:nvPr/>
        </p:nvCxnSpPr>
        <p:spPr>
          <a:xfrm flipH="1" flipV="1">
            <a:off x="2705864" y="5166489"/>
            <a:ext cx="557348" cy="1290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8" name="Graphic 47" descr="Cell Tower outline">
            <a:extLst>
              <a:ext uri="{FF2B5EF4-FFF2-40B4-BE49-F238E27FC236}">
                <a16:creationId xmlns:a16="http://schemas.microsoft.com/office/drawing/2014/main" id="{B83D9996-854D-371C-1DFD-82376E140C8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11830" y="2373133"/>
            <a:ext cx="914400" cy="914400"/>
          </a:xfrm>
          <a:prstGeom prst="rect">
            <a:avLst/>
          </a:prstGeom>
        </p:spPr>
      </p:pic>
      <p:cxnSp>
        <p:nvCxnSpPr>
          <p:cNvPr id="49" name="Straight Arrow Connector 48">
            <a:extLst>
              <a:ext uri="{FF2B5EF4-FFF2-40B4-BE49-F238E27FC236}">
                <a16:creationId xmlns:a16="http://schemas.microsoft.com/office/drawing/2014/main" id="{90756B29-B2F3-DF4A-03E1-B173EA996CB5}"/>
              </a:ext>
            </a:extLst>
          </p:cNvPr>
          <p:cNvCxnSpPr>
            <a:cxnSpLocks/>
          </p:cNvCxnSpPr>
          <p:nvPr/>
        </p:nvCxnSpPr>
        <p:spPr>
          <a:xfrm flipH="1">
            <a:off x="4984720" y="3199995"/>
            <a:ext cx="633234" cy="642468"/>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A6040A8D-CBAC-25D7-69D5-E70AE2E52AD4}"/>
              </a:ext>
            </a:extLst>
          </p:cNvPr>
          <p:cNvCxnSpPr>
            <a:cxnSpLocks/>
          </p:cNvCxnSpPr>
          <p:nvPr/>
        </p:nvCxnSpPr>
        <p:spPr>
          <a:xfrm>
            <a:off x="6293687" y="3198483"/>
            <a:ext cx="580040" cy="575686"/>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17933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A0F2D-9C85-73AC-2C5A-C077E7FE2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4593AF-1511-FD33-6F0A-ACA32CDD4D49}"/>
              </a:ext>
            </a:extLst>
          </p:cNvPr>
          <p:cNvSpPr>
            <a:spLocks noGrp="1"/>
          </p:cNvSpPr>
          <p:nvPr>
            <p:ph type="title"/>
          </p:nvPr>
        </p:nvSpPr>
        <p:spPr/>
        <p:txBody>
          <a:bodyPr/>
          <a:lstStyle/>
          <a:p>
            <a:r>
              <a:rPr lang="en-US" dirty="0"/>
              <a:t>6.0.10 Warnings and Alerts</a:t>
            </a:r>
          </a:p>
        </p:txBody>
      </p:sp>
      <p:sp>
        <p:nvSpPr>
          <p:cNvPr id="3" name="Content Placeholder 2">
            <a:extLst>
              <a:ext uri="{FF2B5EF4-FFF2-40B4-BE49-F238E27FC236}">
                <a16:creationId xmlns:a16="http://schemas.microsoft.com/office/drawing/2014/main" id="{7137F0B3-181C-E62C-E008-E0126EAE0A00}"/>
              </a:ext>
            </a:extLst>
          </p:cNvPr>
          <p:cNvSpPr>
            <a:spLocks noGrp="1"/>
          </p:cNvSpPr>
          <p:nvPr>
            <p:ph idx="1"/>
          </p:nvPr>
        </p:nvSpPr>
        <p:spPr/>
        <p:txBody>
          <a:bodyPr/>
          <a:lstStyle/>
          <a:p>
            <a:pPr marL="0" indent="0">
              <a:buNone/>
            </a:pPr>
            <a:r>
              <a:rPr lang="en-US" dirty="0"/>
              <a:t>Level 3</a:t>
            </a:r>
          </a:p>
        </p:txBody>
      </p:sp>
      <p:sp>
        <p:nvSpPr>
          <p:cNvPr id="4" name="Date Placeholder 3">
            <a:extLst>
              <a:ext uri="{FF2B5EF4-FFF2-40B4-BE49-F238E27FC236}">
                <a16:creationId xmlns:a16="http://schemas.microsoft.com/office/drawing/2014/main" id="{EAB05CBC-C40C-B9B4-7153-DFE60E394F42}"/>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B7EFDB1B-34AC-0CA0-6497-85E14A90BB4F}"/>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00A9CF19-2E4F-CF44-E380-AA48FA465D23}"/>
              </a:ext>
            </a:extLst>
          </p:cNvPr>
          <p:cNvSpPr>
            <a:spLocks noGrp="1"/>
          </p:cNvSpPr>
          <p:nvPr>
            <p:ph type="sldNum" sz="quarter" idx="12"/>
          </p:nvPr>
        </p:nvSpPr>
        <p:spPr/>
        <p:txBody>
          <a:bodyPr/>
          <a:lstStyle/>
          <a:p>
            <a:fld id="{96488407-C0BF-40E8-A3EB-897F5073D33C}" type="slidenum">
              <a:rPr lang="en-US" smtClean="0"/>
              <a:t>7</a:t>
            </a:fld>
            <a:endParaRPr lang="en-US"/>
          </a:p>
        </p:txBody>
      </p:sp>
      <p:grpSp>
        <p:nvGrpSpPr>
          <p:cNvPr id="18" name="Group 17">
            <a:extLst>
              <a:ext uri="{FF2B5EF4-FFF2-40B4-BE49-F238E27FC236}">
                <a16:creationId xmlns:a16="http://schemas.microsoft.com/office/drawing/2014/main" id="{0CF40E34-79A0-0E8A-6D1C-9FD71704C5E2}"/>
              </a:ext>
            </a:extLst>
          </p:cNvPr>
          <p:cNvGrpSpPr/>
          <p:nvPr/>
        </p:nvGrpSpPr>
        <p:grpSpPr>
          <a:xfrm>
            <a:off x="3000195" y="2839858"/>
            <a:ext cx="1200510" cy="1189083"/>
            <a:chOff x="1117121" y="3204713"/>
            <a:chExt cx="1200510" cy="1189083"/>
          </a:xfrm>
        </p:grpSpPr>
        <p:pic>
          <p:nvPicPr>
            <p:cNvPr id="10" name="Graphic 9" descr="Firefighter male outline">
              <a:extLst>
                <a:ext uri="{FF2B5EF4-FFF2-40B4-BE49-F238E27FC236}">
                  <a16:creationId xmlns:a16="http://schemas.microsoft.com/office/drawing/2014/main" id="{414A59EE-336D-EAC0-5BC5-5467D13C9FD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95400" y="3204713"/>
              <a:ext cx="914400" cy="914400"/>
            </a:xfrm>
            <a:prstGeom prst="rect">
              <a:avLst/>
            </a:prstGeom>
          </p:spPr>
        </p:pic>
        <p:sp>
          <p:nvSpPr>
            <p:cNvPr id="13" name="TextBox 12">
              <a:extLst>
                <a:ext uri="{FF2B5EF4-FFF2-40B4-BE49-F238E27FC236}">
                  <a16:creationId xmlns:a16="http://schemas.microsoft.com/office/drawing/2014/main" id="{B2F198D0-C45F-A0D9-5CAF-B47B344AAE6E}"/>
                </a:ext>
              </a:extLst>
            </p:cNvPr>
            <p:cNvSpPr txBox="1"/>
            <p:nvPr/>
          </p:nvSpPr>
          <p:spPr>
            <a:xfrm>
              <a:off x="1117121" y="4022860"/>
              <a:ext cx="1200510" cy="370936"/>
            </a:xfrm>
            <a:prstGeom prst="rect">
              <a:avLst/>
            </a:prstGeom>
            <a:noFill/>
          </p:spPr>
          <p:txBody>
            <a:bodyPr wrap="square" rtlCol="0">
              <a:spAutoFit/>
            </a:bodyPr>
            <a:lstStyle/>
            <a:p>
              <a:pPr algn="ctr"/>
              <a:r>
                <a:rPr lang="en-US" dirty="0"/>
                <a:t>EMA</a:t>
              </a:r>
            </a:p>
          </p:txBody>
        </p:sp>
      </p:grpSp>
      <p:grpSp>
        <p:nvGrpSpPr>
          <p:cNvPr id="20" name="Group 19">
            <a:extLst>
              <a:ext uri="{FF2B5EF4-FFF2-40B4-BE49-F238E27FC236}">
                <a16:creationId xmlns:a16="http://schemas.microsoft.com/office/drawing/2014/main" id="{DEFBAD36-6876-8655-E467-2AF739E6CBC5}"/>
              </a:ext>
            </a:extLst>
          </p:cNvPr>
          <p:cNvGrpSpPr/>
          <p:nvPr/>
        </p:nvGrpSpPr>
        <p:grpSpPr>
          <a:xfrm>
            <a:off x="3000195" y="4676146"/>
            <a:ext cx="1200510" cy="1135962"/>
            <a:chOff x="1117121" y="5041001"/>
            <a:chExt cx="1200510" cy="1135962"/>
          </a:xfrm>
        </p:grpSpPr>
        <p:pic>
          <p:nvPicPr>
            <p:cNvPr id="12" name="Graphic 11" descr="Employee badge with solid fill">
              <a:extLst>
                <a:ext uri="{FF2B5EF4-FFF2-40B4-BE49-F238E27FC236}">
                  <a16:creationId xmlns:a16="http://schemas.microsoft.com/office/drawing/2014/main" id="{96D87672-CA6D-43D8-BD8A-68A32E9242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400" y="5041001"/>
              <a:ext cx="914400" cy="914400"/>
            </a:xfrm>
            <a:prstGeom prst="rect">
              <a:avLst/>
            </a:prstGeom>
          </p:spPr>
        </p:pic>
        <p:sp>
          <p:nvSpPr>
            <p:cNvPr id="15" name="TextBox 14">
              <a:extLst>
                <a:ext uri="{FF2B5EF4-FFF2-40B4-BE49-F238E27FC236}">
                  <a16:creationId xmlns:a16="http://schemas.microsoft.com/office/drawing/2014/main" id="{6634E73F-7371-F860-0D38-BD081DE7E93F}"/>
                </a:ext>
              </a:extLst>
            </p:cNvPr>
            <p:cNvSpPr txBox="1"/>
            <p:nvPr/>
          </p:nvSpPr>
          <p:spPr>
            <a:xfrm>
              <a:off x="1117121" y="5806027"/>
              <a:ext cx="1200510" cy="370936"/>
            </a:xfrm>
            <a:prstGeom prst="rect">
              <a:avLst/>
            </a:prstGeom>
            <a:noFill/>
          </p:spPr>
          <p:txBody>
            <a:bodyPr wrap="square" rtlCol="0">
              <a:spAutoFit/>
            </a:bodyPr>
            <a:lstStyle/>
            <a:p>
              <a:pPr algn="ctr"/>
              <a:r>
                <a:rPr lang="en-US" dirty="0"/>
                <a:t>ASEC</a:t>
              </a:r>
            </a:p>
          </p:txBody>
        </p:sp>
      </p:grpSp>
      <p:grpSp>
        <p:nvGrpSpPr>
          <p:cNvPr id="19" name="Group 18">
            <a:extLst>
              <a:ext uri="{FF2B5EF4-FFF2-40B4-BE49-F238E27FC236}">
                <a16:creationId xmlns:a16="http://schemas.microsoft.com/office/drawing/2014/main" id="{C8CA2962-6E42-F0BB-1D08-BAC78DC9F872}"/>
              </a:ext>
            </a:extLst>
          </p:cNvPr>
          <p:cNvGrpSpPr/>
          <p:nvPr/>
        </p:nvGrpSpPr>
        <p:grpSpPr>
          <a:xfrm>
            <a:off x="4165480" y="3658005"/>
            <a:ext cx="1200510" cy="1215186"/>
            <a:chOff x="2282406" y="4022860"/>
            <a:chExt cx="1200510" cy="1215186"/>
          </a:xfrm>
        </p:grpSpPr>
        <p:pic>
          <p:nvPicPr>
            <p:cNvPr id="8" name="Graphic 7" descr="User outline">
              <a:extLst>
                <a:ext uri="{FF2B5EF4-FFF2-40B4-BE49-F238E27FC236}">
                  <a16:creationId xmlns:a16="http://schemas.microsoft.com/office/drawing/2014/main" id="{9DBEB3A3-518D-3E0C-A8F6-E52C2D63D41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25461" y="4022860"/>
              <a:ext cx="914400" cy="914400"/>
            </a:xfrm>
            <a:prstGeom prst="rect">
              <a:avLst/>
            </a:prstGeom>
          </p:spPr>
        </p:pic>
        <p:sp>
          <p:nvSpPr>
            <p:cNvPr id="17" name="TextBox 16">
              <a:extLst>
                <a:ext uri="{FF2B5EF4-FFF2-40B4-BE49-F238E27FC236}">
                  <a16:creationId xmlns:a16="http://schemas.microsoft.com/office/drawing/2014/main" id="{0BE2744F-A10B-87A6-4E57-F18D55779410}"/>
                </a:ext>
              </a:extLst>
            </p:cNvPr>
            <p:cNvSpPr txBox="1"/>
            <p:nvPr/>
          </p:nvSpPr>
          <p:spPr>
            <a:xfrm>
              <a:off x="2282406" y="4867110"/>
              <a:ext cx="1200510" cy="370936"/>
            </a:xfrm>
            <a:prstGeom prst="rect">
              <a:avLst/>
            </a:prstGeom>
            <a:noFill/>
          </p:spPr>
          <p:txBody>
            <a:bodyPr wrap="square" rtlCol="0">
              <a:spAutoFit/>
            </a:bodyPr>
            <a:lstStyle/>
            <a:p>
              <a:pPr algn="ctr"/>
              <a:r>
                <a:rPr lang="en-US" dirty="0"/>
                <a:t>EC</a:t>
              </a:r>
            </a:p>
          </p:txBody>
        </p:sp>
      </p:grpSp>
      <p:grpSp>
        <p:nvGrpSpPr>
          <p:cNvPr id="25" name="Group 24">
            <a:extLst>
              <a:ext uri="{FF2B5EF4-FFF2-40B4-BE49-F238E27FC236}">
                <a16:creationId xmlns:a16="http://schemas.microsoft.com/office/drawing/2014/main" id="{CF80D20F-6CBA-FB5D-F3DB-A79A78125788}"/>
              </a:ext>
            </a:extLst>
          </p:cNvPr>
          <p:cNvGrpSpPr/>
          <p:nvPr/>
        </p:nvGrpSpPr>
        <p:grpSpPr>
          <a:xfrm>
            <a:off x="6804263" y="1504717"/>
            <a:ext cx="1425515" cy="1093787"/>
            <a:chOff x="5840442" y="3293928"/>
            <a:chExt cx="1425515" cy="1093787"/>
          </a:xfrm>
        </p:grpSpPr>
        <p:pic>
          <p:nvPicPr>
            <p:cNvPr id="22" name="Graphic 21" descr="Users outline">
              <a:extLst>
                <a:ext uri="{FF2B5EF4-FFF2-40B4-BE49-F238E27FC236}">
                  <a16:creationId xmlns:a16="http://schemas.microsoft.com/office/drawing/2014/main" id="{3F5AD7C6-3F86-B6DE-5F78-190C5E95E79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0" y="3293928"/>
              <a:ext cx="914400" cy="914400"/>
            </a:xfrm>
            <a:prstGeom prst="rect">
              <a:avLst/>
            </a:prstGeom>
          </p:spPr>
        </p:pic>
        <p:sp>
          <p:nvSpPr>
            <p:cNvPr id="24" name="TextBox 23">
              <a:extLst>
                <a:ext uri="{FF2B5EF4-FFF2-40B4-BE49-F238E27FC236}">
                  <a16:creationId xmlns:a16="http://schemas.microsoft.com/office/drawing/2014/main" id="{2146C5CB-0DEB-A162-B241-405C19F886F4}"/>
                </a:ext>
              </a:extLst>
            </p:cNvPr>
            <p:cNvSpPr txBox="1"/>
            <p:nvPr/>
          </p:nvSpPr>
          <p:spPr>
            <a:xfrm>
              <a:off x="5840442" y="4018383"/>
              <a:ext cx="1425515" cy="369332"/>
            </a:xfrm>
            <a:prstGeom prst="rect">
              <a:avLst/>
            </a:prstGeom>
            <a:noFill/>
          </p:spPr>
          <p:txBody>
            <a:bodyPr wrap="square" rtlCol="0">
              <a:spAutoFit/>
            </a:bodyPr>
            <a:lstStyle/>
            <a:p>
              <a:pPr algn="ctr"/>
              <a:r>
                <a:rPr lang="en-US" dirty="0"/>
                <a:t>WCKY ARES</a:t>
              </a:r>
            </a:p>
          </p:txBody>
        </p:sp>
      </p:grpSp>
      <p:cxnSp>
        <p:nvCxnSpPr>
          <p:cNvPr id="35" name="Straight Arrow Connector 34">
            <a:extLst>
              <a:ext uri="{FF2B5EF4-FFF2-40B4-BE49-F238E27FC236}">
                <a16:creationId xmlns:a16="http://schemas.microsoft.com/office/drawing/2014/main" id="{262CF9C7-260D-99E9-B70D-B0DC584B2D25}"/>
              </a:ext>
            </a:extLst>
          </p:cNvPr>
          <p:cNvCxnSpPr>
            <a:cxnSpLocks/>
          </p:cNvCxnSpPr>
          <p:nvPr/>
        </p:nvCxnSpPr>
        <p:spPr>
          <a:xfrm flipH="1" flipV="1">
            <a:off x="3913516" y="3846098"/>
            <a:ext cx="542747" cy="434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410EA5F1-4DB6-85C0-CE70-4A58C99361D0}"/>
              </a:ext>
            </a:extLst>
          </p:cNvPr>
          <p:cNvCxnSpPr>
            <a:cxnSpLocks/>
          </p:cNvCxnSpPr>
          <p:nvPr/>
        </p:nvCxnSpPr>
        <p:spPr>
          <a:xfrm flipH="1">
            <a:off x="3913516" y="4496759"/>
            <a:ext cx="522258" cy="3894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91253B8-5CA4-A39E-6507-6E3D848A4802}"/>
              </a:ext>
            </a:extLst>
          </p:cNvPr>
          <p:cNvCxnSpPr>
            <a:cxnSpLocks/>
          </p:cNvCxnSpPr>
          <p:nvPr/>
        </p:nvCxnSpPr>
        <p:spPr>
          <a:xfrm>
            <a:off x="8093238" y="2107161"/>
            <a:ext cx="905010" cy="60984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8E48E715-E262-DCF6-725E-726AD0110A04}"/>
              </a:ext>
            </a:extLst>
          </p:cNvPr>
          <p:cNvGrpSpPr/>
          <p:nvPr/>
        </p:nvGrpSpPr>
        <p:grpSpPr>
          <a:xfrm>
            <a:off x="966518" y="2322742"/>
            <a:ext cx="1944538" cy="1890897"/>
            <a:chOff x="1078211" y="2284508"/>
            <a:chExt cx="1944538" cy="1890897"/>
          </a:xfrm>
        </p:grpSpPr>
        <p:pic>
          <p:nvPicPr>
            <p:cNvPr id="14" name="Graphic 13" descr="Marker with solid fill">
              <a:extLst>
                <a:ext uri="{FF2B5EF4-FFF2-40B4-BE49-F238E27FC236}">
                  <a16:creationId xmlns:a16="http://schemas.microsoft.com/office/drawing/2014/main" id="{65C8700C-6A76-84C2-CC35-A42562D6EA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18068" y="2498510"/>
              <a:ext cx="914400" cy="914400"/>
            </a:xfrm>
            <a:prstGeom prst="rect">
              <a:avLst/>
            </a:prstGeom>
          </p:spPr>
        </p:pic>
        <p:pic>
          <p:nvPicPr>
            <p:cNvPr id="21" name="Graphic 20" descr="Treasure Map outline">
              <a:extLst>
                <a:ext uri="{FF2B5EF4-FFF2-40B4-BE49-F238E27FC236}">
                  <a16:creationId xmlns:a16="http://schemas.microsoft.com/office/drawing/2014/main" id="{6B3F2084-C131-6607-4B7E-B663227B65E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729183" y="2987891"/>
              <a:ext cx="914400" cy="914400"/>
            </a:xfrm>
            <a:prstGeom prst="rect">
              <a:avLst/>
            </a:prstGeom>
          </p:spPr>
        </p:pic>
        <p:sp>
          <p:nvSpPr>
            <p:cNvPr id="32" name="Oval 31">
              <a:extLst>
                <a:ext uri="{FF2B5EF4-FFF2-40B4-BE49-F238E27FC236}">
                  <a16:creationId xmlns:a16="http://schemas.microsoft.com/office/drawing/2014/main" id="{C8DCB831-BECE-4B69-5980-14F7968AF1E5}"/>
                </a:ext>
              </a:extLst>
            </p:cNvPr>
            <p:cNvSpPr/>
            <p:nvPr/>
          </p:nvSpPr>
          <p:spPr>
            <a:xfrm>
              <a:off x="1078211" y="2284508"/>
              <a:ext cx="1944538" cy="1890897"/>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DD24D910-155C-0312-9380-7B859986ADB4}"/>
              </a:ext>
            </a:extLst>
          </p:cNvPr>
          <p:cNvGrpSpPr/>
          <p:nvPr/>
        </p:nvGrpSpPr>
        <p:grpSpPr>
          <a:xfrm>
            <a:off x="1062622" y="4567126"/>
            <a:ext cx="1621226" cy="1470712"/>
            <a:chOff x="1062622" y="4567126"/>
            <a:chExt cx="1621226" cy="1470712"/>
          </a:xfrm>
        </p:grpSpPr>
        <p:pic>
          <p:nvPicPr>
            <p:cNvPr id="9" name="Graphic 8" descr="Marketing outline">
              <a:extLst>
                <a:ext uri="{FF2B5EF4-FFF2-40B4-BE49-F238E27FC236}">
                  <a16:creationId xmlns:a16="http://schemas.microsoft.com/office/drawing/2014/main" id="{DCDAAE46-E193-50BE-D9EC-C1189DA34BC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1427043" y="4838342"/>
              <a:ext cx="914400" cy="914400"/>
            </a:xfrm>
            <a:prstGeom prst="rect">
              <a:avLst/>
            </a:prstGeom>
          </p:spPr>
        </p:pic>
        <p:sp>
          <p:nvSpPr>
            <p:cNvPr id="34" name="Oval 33">
              <a:extLst>
                <a:ext uri="{FF2B5EF4-FFF2-40B4-BE49-F238E27FC236}">
                  <a16:creationId xmlns:a16="http://schemas.microsoft.com/office/drawing/2014/main" id="{E323E8E4-F7D1-86C8-C145-4F16C7D66A23}"/>
                </a:ext>
              </a:extLst>
            </p:cNvPr>
            <p:cNvSpPr/>
            <p:nvPr/>
          </p:nvSpPr>
          <p:spPr>
            <a:xfrm>
              <a:off x="1062622" y="4567126"/>
              <a:ext cx="1621226" cy="1470712"/>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0" name="Straight Arrow Connector 39">
            <a:extLst>
              <a:ext uri="{FF2B5EF4-FFF2-40B4-BE49-F238E27FC236}">
                <a16:creationId xmlns:a16="http://schemas.microsoft.com/office/drawing/2014/main" id="{A9CFBEE6-E821-635A-0CC2-F26BAD40EFD4}"/>
              </a:ext>
            </a:extLst>
          </p:cNvPr>
          <p:cNvCxnSpPr>
            <a:cxnSpLocks/>
            <a:endCxn id="32" idx="6"/>
          </p:cNvCxnSpPr>
          <p:nvPr/>
        </p:nvCxnSpPr>
        <p:spPr>
          <a:xfrm flipH="1" flipV="1">
            <a:off x="2911056" y="3268191"/>
            <a:ext cx="326636" cy="77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71F8DEED-68C5-F4D5-998E-6E0E01E0299D}"/>
              </a:ext>
            </a:extLst>
          </p:cNvPr>
          <p:cNvCxnSpPr>
            <a:cxnSpLocks/>
          </p:cNvCxnSpPr>
          <p:nvPr/>
        </p:nvCxnSpPr>
        <p:spPr>
          <a:xfrm flipH="1" flipV="1">
            <a:off x="2705864" y="5166489"/>
            <a:ext cx="557348" cy="1290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8" name="Graphic 47" descr="Cell Tower outline">
            <a:extLst>
              <a:ext uri="{FF2B5EF4-FFF2-40B4-BE49-F238E27FC236}">
                <a16:creationId xmlns:a16="http://schemas.microsoft.com/office/drawing/2014/main" id="{31F191B1-0204-7560-C5BC-BF3986F9FE6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511830" y="2373133"/>
            <a:ext cx="914400" cy="914400"/>
          </a:xfrm>
          <a:prstGeom prst="rect">
            <a:avLst/>
          </a:prstGeom>
        </p:spPr>
      </p:pic>
      <p:cxnSp>
        <p:nvCxnSpPr>
          <p:cNvPr id="49" name="Straight Arrow Connector 48">
            <a:extLst>
              <a:ext uri="{FF2B5EF4-FFF2-40B4-BE49-F238E27FC236}">
                <a16:creationId xmlns:a16="http://schemas.microsoft.com/office/drawing/2014/main" id="{BF25E4B4-AFC0-18B5-7BA5-E57CB53D8527}"/>
              </a:ext>
            </a:extLst>
          </p:cNvPr>
          <p:cNvCxnSpPr>
            <a:cxnSpLocks/>
          </p:cNvCxnSpPr>
          <p:nvPr/>
        </p:nvCxnSpPr>
        <p:spPr>
          <a:xfrm flipH="1">
            <a:off x="4984720" y="3199995"/>
            <a:ext cx="633234" cy="642468"/>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36780BF0-C4A6-EC37-63AC-A0F11EEB6DDA}"/>
              </a:ext>
            </a:extLst>
          </p:cNvPr>
          <p:cNvCxnSpPr>
            <a:cxnSpLocks/>
          </p:cNvCxnSpPr>
          <p:nvPr/>
        </p:nvCxnSpPr>
        <p:spPr>
          <a:xfrm flipV="1">
            <a:off x="6293687" y="2598504"/>
            <a:ext cx="825574" cy="599979"/>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nvGrpSpPr>
          <p:cNvPr id="7" name="Group 6">
            <a:extLst>
              <a:ext uri="{FF2B5EF4-FFF2-40B4-BE49-F238E27FC236}">
                <a16:creationId xmlns:a16="http://schemas.microsoft.com/office/drawing/2014/main" id="{6530AA87-A487-B102-B30E-685D2B8D1273}"/>
              </a:ext>
            </a:extLst>
          </p:cNvPr>
          <p:cNvGrpSpPr/>
          <p:nvPr/>
        </p:nvGrpSpPr>
        <p:grpSpPr>
          <a:xfrm>
            <a:off x="8761741" y="4441168"/>
            <a:ext cx="1944538" cy="1890897"/>
            <a:chOff x="1078211" y="2284508"/>
            <a:chExt cx="1944538" cy="1890897"/>
          </a:xfrm>
        </p:grpSpPr>
        <p:pic>
          <p:nvPicPr>
            <p:cNvPr id="11" name="Graphic 10" descr="Marker with solid fill">
              <a:extLst>
                <a:ext uri="{FF2B5EF4-FFF2-40B4-BE49-F238E27FC236}">
                  <a16:creationId xmlns:a16="http://schemas.microsoft.com/office/drawing/2014/main" id="{97ABA97A-C769-EFF0-1C40-0DC98F778A6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18068" y="2498510"/>
              <a:ext cx="914400" cy="914400"/>
            </a:xfrm>
            <a:prstGeom prst="rect">
              <a:avLst/>
            </a:prstGeom>
          </p:spPr>
        </p:pic>
        <p:pic>
          <p:nvPicPr>
            <p:cNvPr id="16" name="Graphic 15" descr="Treasure Map outline">
              <a:extLst>
                <a:ext uri="{FF2B5EF4-FFF2-40B4-BE49-F238E27FC236}">
                  <a16:creationId xmlns:a16="http://schemas.microsoft.com/office/drawing/2014/main" id="{D93E58A2-0AA6-4CA1-9E53-38A581EC922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729183" y="2987891"/>
              <a:ext cx="914400" cy="914400"/>
            </a:xfrm>
            <a:prstGeom prst="rect">
              <a:avLst/>
            </a:prstGeom>
          </p:spPr>
        </p:pic>
        <p:sp>
          <p:nvSpPr>
            <p:cNvPr id="23" name="Oval 22">
              <a:extLst>
                <a:ext uri="{FF2B5EF4-FFF2-40B4-BE49-F238E27FC236}">
                  <a16:creationId xmlns:a16="http://schemas.microsoft.com/office/drawing/2014/main" id="{7D5AFC97-CA3A-530B-130A-546BE5013782}"/>
                </a:ext>
              </a:extLst>
            </p:cNvPr>
            <p:cNvSpPr/>
            <p:nvPr/>
          </p:nvSpPr>
          <p:spPr>
            <a:xfrm>
              <a:off x="1078211" y="2284508"/>
              <a:ext cx="1944538" cy="1890897"/>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ED1434B8-D618-0EF7-6580-D4AC147AE046}"/>
              </a:ext>
            </a:extLst>
          </p:cNvPr>
          <p:cNvGrpSpPr/>
          <p:nvPr/>
        </p:nvGrpSpPr>
        <p:grpSpPr>
          <a:xfrm>
            <a:off x="9203755" y="1670523"/>
            <a:ext cx="1944538" cy="1890897"/>
            <a:chOff x="1078211" y="2284508"/>
            <a:chExt cx="1944538" cy="1890897"/>
          </a:xfrm>
        </p:grpSpPr>
        <p:pic>
          <p:nvPicPr>
            <p:cNvPr id="33" name="Graphic 32" descr="Marker with solid fill">
              <a:extLst>
                <a:ext uri="{FF2B5EF4-FFF2-40B4-BE49-F238E27FC236}">
                  <a16:creationId xmlns:a16="http://schemas.microsoft.com/office/drawing/2014/main" id="{41DC2B01-15D8-9675-FB60-906184F943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18068" y="2498510"/>
              <a:ext cx="914400" cy="914400"/>
            </a:xfrm>
            <a:prstGeom prst="rect">
              <a:avLst/>
            </a:prstGeom>
          </p:spPr>
        </p:pic>
        <p:pic>
          <p:nvPicPr>
            <p:cNvPr id="41" name="Graphic 40" descr="Treasure Map outline">
              <a:extLst>
                <a:ext uri="{FF2B5EF4-FFF2-40B4-BE49-F238E27FC236}">
                  <a16:creationId xmlns:a16="http://schemas.microsoft.com/office/drawing/2014/main" id="{76C5EC6D-A052-1791-873F-5E8B12D097E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729183" y="2987891"/>
              <a:ext cx="914400" cy="914400"/>
            </a:xfrm>
            <a:prstGeom prst="rect">
              <a:avLst/>
            </a:prstGeom>
          </p:spPr>
        </p:pic>
        <p:sp>
          <p:nvSpPr>
            <p:cNvPr id="44" name="Oval 43">
              <a:extLst>
                <a:ext uri="{FF2B5EF4-FFF2-40B4-BE49-F238E27FC236}">
                  <a16:creationId xmlns:a16="http://schemas.microsoft.com/office/drawing/2014/main" id="{9C92EAA4-1DBD-C53F-39B2-9F2B52C69B43}"/>
                </a:ext>
              </a:extLst>
            </p:cNvPr>
            <p:cNvSpPr/>
            <p:nvPr/>
          </p:nvSpPr>
          <p:spPr>
            <a:xfrm>
              <a:off x="1078211" y="2284508"/>
              <a:ext cx="1944538" cy="1890897"/>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 name="Straight Arrow Connector 44">
            <a:extLst>
              <a:ext uri="{FF2B5EF4-FFF2-40B4-BE49-F238E27FC236}">
                <a16:creationId xmlns:a16="http://schemas.microsoft.com/office/drawing/2014/main" id="{609C2168-F905-FDE9-F839-D6D78B932CBF}"/>
              </a:ext>
            </a:extLst>
          </p:cNvPr>
          <p:cNvCxnSpPr>
            <a:cxnSpLocks/>
          </p:cNvCxnSpPr>
          <p:nvPr/>
        </p:nvCxnSpPr>
        <p:spPr>
          <a:xfrm>
            <a:off x="8093238" y="2124868"/>
            <a:ext cx="1118254" cy="21558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B095C2DE-4604-F4F4-A5E4-E8E7A9B2D43F}"/>
              </a:ext>
            </a:extLst>
          </p:cNvPr>
          <p:cNvGrpSpPr/>
          <p:nvPr/>
        </p:nvGrpSpPr>
        <p:grpSpPr>
          <a:xfrm>
            <a:off x="6476482" y="3721096"/>
            <a:ext cx="1944538" cy="1890897"/>
            <a:chOff x="1078211" y="2284508"/>
            <a:chExt cx="1944538" cy="1890897"/>
          </a:xfrm>
        </p:grpSpPr>
        <p:pic>
          <p:nvPicPr>
            <p:cNvPr id="52" name="Graphic 51" descr="Marker with solid fill">
              <a:extLst>
                <a:ext uri="{FF2B5EF4-FFF2-40B4-BE49-F238E27FC236}">
                  <a16:creationId xmlns:a16="http://schemas.microsoft.com/office/drawing/2014/main" id="{E63E6778-DE34-43C4-9BB8-77F29E58F56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18068" y="2498510"/>
              <a:ext cx="914400" cy="914400"/>
            </a:xfrm>
            <a:prstGeom prst="rect">
              <a:avLst/>
            </a:prstGeom>
          </p:spPr>
        </p:pic>
        <p:pic>
          <p:nvPicPr>
            <p:cNvPr id="53" name="Graphic 52" descr="Treasure Map outline">
              <a:extLst>
                <a:ext uri="{FF2B5EF4-FFF2-40B4-BE49-F238E27FC236}">
                  <a16:creationId xmlns:a16="http://schemas.microsoft.com/office/drawing/2014/main" id="{E3E95F90-27E4-65F9-562B-8FF841C5B29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729183" y="2987891"/>
              <a:ext cx="914400" cy="914400"/>
            </a:xfrm>
            <a:prstGeom prst="rect">
              <a:avLst/>
            </a:prstGeom>
          </p:spPr>
        </p:pic>
        <p:sp>
          <p:nvSpPr>
            <p:cNvPr id="54" name="Oval 53">
              <a:extLst>
                <a:ext uri="{FF2B5EF4-FFF2-40B4-BE49-F238E27FC236}">
                  <a16:creationId xmlns:a16="http://schemas.microsoft.com/office/drawing/2014/main" id="{75F19F8B-8325-639A-A27A-D88F1F647BF2}"/>
                </a:ext>
              </a:extLst>
            </p:cNvPr>
            <p:cNvSpPr/>
            <p:nvPr/>
          </p:nvSpPr>
          <p:spPr>
            <a:xfrm>
              <a:off x="1078211" y="2284508"/>
              <a:ext cx="1944538" cy="1890897"/>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 name="Straight Arrow Connector 60">
            <a:extLst>
              <a:ext uri="{FF2B5EF4-FFF2-40B4-BE49-F238E27FC236}">
                <a16:creationId xmlns:a16="http://schemas.microsoft.com/office/drawing/2014/main" id="{C3E59D08-CA13-8C19-A9FE-9E09833EAAEA}"/>
              </a:ext>
            </a:extLst>
          </p:cNvPr>
          <p:cNvCxnSpPr>
            <a:cxnSpLocks/>
            <a:endCxn id="54" idx="2"/>
          </p:cNvCxnSpPr>
          <p:nvPr/>
        </p:nvCxnSpPr>
        <p:spPr>
          <a:xfrm>
            <a:off x="5182364" y="4261781"/>
            <a:ext cx="1294118" cy="404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1717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4B0A1-5F03-0404-1A46-2F617D6EC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E59AC9-90A2-2947-9391-D2CF44849586}"/>
              </a:ext>
            </a:extLst>
          </p:cNvPr>
          <p:cNvSpPr>
            <a:spLocks noGrp="1"/>
          </p:cNvSpPr>
          <p:nvPr>
            <p:ph type="title"/>
          </p:nvPr>
        </p:nvSpPr>
        <p:spPr/>
        <p:txBody>
          <a:bodyPr/>
          <a:lstStyle/>
          <a:p>
            <a:r>
              <a:rPr lang="en-US" dirty="0"/>
              <a:t>6.0.11 Activation</a:t>
            </a:r>
          </a:p>
        </p:txBody>
      </p:sp>
      <p:sp>
        <p:nvSpPr>
          <p:cNvPr id="3" name="Content Placeholder 2">
            <a:extLst>
              <a:ext uri="{FF2B5EF4-FFF2-40B4-BE49-F238E27FC236}">
                <a16:creationId xmlns:a16="http://schemas.microsoft.com/office/drawing/2014/main" id="{CAD455F2-3948-2B79-1FAF-ADD61819CFA2}"/>
              </a:ext>
            </a:extLst>
          </p:cNvPr>
          <p:cNvSpPr>
            <a:spLocks noGrp="1"/>
          </p:cNvSpPr>
          <p:nvPr>
            <p:ph idx="1"/>
          </p:nvPr>
        </p:nvSpPr>
        <p:spPr/>
        <p:txBody>
          <a:bodyPr/>
          <a:lstStyle/>
          <a:p>
            <a:pPr marL="0" indent="0">
              <a:buNone/>
            </a:pPr>
            <a:r>
              <a:rPr lang="en-US" dirty="0"/>
              <a:t>Rules for Activation:</a:t>
            </a:r>
          </a:p>
          <a:p>
            <a:pPr marL="0" indent="0">
              <a:buNone/>
            </a:pPr>
            <a:endParaRPr lang="en-US" dirty="0"/>
          </a:p>
          <a:p>
            <a:pPr marL="514350" indent="-514350" algn="ctr">
              <a:buAutoNum type="arabicPeriod"/>
            </a:pPr>
            <a:r>
              <a:rPr lang="en-US" sz="3600" b="1" dirty="0"/>
              <a:t>Never self-deploy</a:t>
            </a:r>
          </a:p>
          <a:p>
            <a:pPr marL="514350" indent="-514350" algn="ctr">
              <a:buAutoNum type="arabicPeriod"/>
            </a:pPr>
            <a:r>
              <a:rPr lang="en-US" sz="3600" b="1" dirty="0"/>
              <a:t>Check your family first</a:t>
            </a:r>
          </a:p>
          <a:p>
            <a:pPr marL="514350" indent="-514350" algn="ctr">
              <a:buAutoNum type="arabicPeriod"/>
            </a:pPr>
            <a:r>
              <a:rPr lang="en-US" sz="3600" b="1" dirty="0"/>
              <a:t>Never go alone</a:t>
            </a:r>
          </a:p>
          <a:p>
            <a:pPr marL="514350" indent="-514350">
              <a:buAutoNum type="arabicPeriod"/>
            </a:pPr>
            <a:endParaRPr lang="en-US" dirty="0"/>
          </a:p>
        </p:txBody>
      </p:sp>
      <p:sp>
        <p:nvSpPr>
          <p:cNvPr id="4" name="Date Placeholder 3">
            <a:extLst>
              <a:ext uri="{FF2B5EF4-FFF2-40B4-BE49-F238E27FC236}">
                <a16:creationId xmlns:a16="http://schemas.microsoft.com/office/drawing/2014/main" id="{2F69D318-52B0-5BB9-33AF-31EFE8C8AD57}"/>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BC429437-1C43-54B0-1CB1-26AF3AB0D3A5}"/>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5F4196E7-E6A4-9E86-D52D-B6B6EF50297F}"/>
              </a:ext>
            </a:extLst>
          </p:cNvPr>
          <p:cNvSpPr>
            <a:spLocks noGrp="1"/>
          </p:cNvSpPr>
          <p:nvPr>
            <p:ph type="sldNum" sz="quarter" idx="12"/>
          </p:nvPr>
        </p:nvSpPr>
        <p:spPr/>
        <p:txBody>
          <a:bodyPr/>
          <a:lstStyle/>
          <a:p>
            <a:fld id="{96488407-C0BF-40E8-A3EB-897F5073D33C}" type="slidenum">
              <a:rPr lang="en-US" smtClean="0"/>
              <a:t>8</a:t>
            </a:fld>
            <a:endParaRPr lang="en-US"/>
          </a:p>
        </p:txBody>
      </p:sp>
    </p:spTree>
    <p:extLst>
      <p:ext uri="{BB962C8B-B14F-4D97-AF65-F5344CB8AC3E}">
        <p14:creationId xmlns:p14="http://schemas.microsoft.com/office/powerpoint/2010/main" val="3004862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97E78-A8C4-03C5-AB9C-3EE503E224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59D1EA-B42F-E9A7-716B-59A007DC8175}"/>
              </a:ext>
            </a:extLst>
          </p:cNvPr>
          <p:cNvSpPr>
            <a:spLocks noGrp="1"/>
          </p:cNvSpPr>
          <p:nvPr>
            <p:ph type="title"/>
          </p:nvPr>
        </p:nvSpPr>
        <p:spPr/>
        <p:txBody>
          <a:bodyPr/>
          <a:lstStyle/>
          <a:p>
            <a:r>
              <a:rPr lang="en-US" dirty="0"/>
              <a:t>6.0.11 Activation</a:t>
            </a:r>
          </a:p>
        </p:txBody>
      </p:sp>
      <p:sp>
        <p:nvSpPr>
          <p:cNvPr id="4" name="Date Placeholder 3">
            <a:extLst>
              <a:ext uri="{FF2B5EF4-FFF2-40B4-BE49-F238E27FC236}">
                <a16:creationId xmlns:a16="http://schemas.microsoft.com/office/drawing/2014/main" id="{2CFFC871-2E31-8E10-DB27-982734C308CB}"/>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3312D30D-3583-B209-2A5B-2E14D043E802}"/>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31AB3D8B-0200-E21B-E98E-D908F8951A4E}"/>
              </a:ext>
            </a:extLst>
          </p:cNvPr>
          <p:cNvSpPr>
            <a:spLocks noGrp="1"/>
          </p:cNvSpPr>
          <p:nvPr>
            <p:ph type="sldNum" sz="quarter" idx="12"/>
          </p:nvPr>
        </p:nvSpPr>
        <p:spPr/>
        <p:txBody>
          <a:bodyPr/>
          <a:lstStyle/>
          <a:p>
            <a:fld id="{96488407-C0BF-40E8-A3EB-897F5073D33C}" type="slidenum">
              <a:rPr lang="en-US" smtClean="0"/>
              <a:t>9</a:t>
            </a:fld>
            <a:endParaRPr lang="en-US" dirty="0"/>
          </a:p>
        </p:txBody>
      </p:sp>
      <p:sp>
        <p:nvSpPr>
          <p:cNvPr id="8" name="Content Placeholder 7">
            <a:extLst>
              <a:ext uri="{FF2B5EF4-FFF2-40B4-BE49-F238E27FC236}">
                <a16:creationId xmlns:a16="http://schemas.microsoft.com/office/drawing/2014/main" id="{49A942C0-D2A2-9FD7-31C1-ED6D339B586C}"/>
              </a:ext>
            </a:extLst>
          </p:cNvPr>
          <p:cNvSpPr>
            <a:spLocks noGrp="1"/>
          </p:cNvSpPr>
          <p:nvPr>
            <p:ph idx="1"/>
          </p:nvPr>
        </p:nvSpPr>
        <p:spPr>
          <a:xfrm>
            <a:off x="838200" y="1825625"/>
            <a:ext cx="7029450" cy="4351338"/>
          </a:xfrm>
        </p:spPr>
        <p:txBody>
          <a:bodyPr/>
          <a:lstStyle/>
          <a:p>
            <a:pPr marL="0" indent="0">
              <a:buNone/>
            </a:pPr>
            <a:r>
              <a:rPr lang="en-US" dirty="0"/>
              <a:t>MOU – Memorandum of Understanding</a:t>
            </a:r>
          </a:p>
          <a:p>
            <a:pPr marL="0" indent="0">
              <a:buNone/>
            </a:pPr>
            <a:endParaRPr lang="en-US" dirty="0"/>
          </a:p>
          <a:p>
            <a:pPr marL="0" indent="0">
              <a:buNone/>
            </a:pPr>
            <a:r>
              <a:rPr lang="en-US" dirty="0"/>
              <a:t>This document establishes the framework for which WCKY ARES will cooperate and coordinate with Department Public Safety.  It is important so that both understands what to expect from the arrangement, as well as to expose limits and openings to the arrangement.</a:t>
            </a:r>
          </a:p>
        </p:txBody>
      </p:sp>
      <p:pic>
        <p:nvPicPr>
          <p:cNvPr id="10" name="Picture 9">
            <a:extLst>
              <a:ext uri="{FF2B5EF4-FFF2-40B4-BE49-F238E27FC236}">
                <a16:creationId xmlns:a16="http://schemas.microsoft.com/office/drawing/2014/main" id="{32CBBFA8-8E43-6291-B6AD-8C0C6BBEECC5}"/>
              </a:ext>
            </a:extLst>
          </p:cNvPr>
          <p:cNvPicPr>
            <a:picLocks noChangeAspect="1"/>
          </p:cNvPicPr>
          <p:nvPr/>
        </p:nvPicPr>
        <p:blipFill>
          <a:blip r:embed="rId3"/>
          <a:stretch>
            <a:fillRect/>
          </a:stretch>
        </p:blipFill>
        <p:spPr>
          <a:xfrm>
            <a:off x="8296275" y="1690688"/>
            <a:ext cx="3236888" cy="4194175"/>
          </a:xfrm>
          <a:prstGeom prst="rect">
            <a:avLst/>
          </a:prstGeom>
        </p:spPr>
      </p:pic>
      <p:sp>
        <p:nvSpPr>
          <p:cNvPr id="11" name="TextBox 10">
            <a:extLst>
              <a:ext uri="{FF2B5EF4-FFF2-40B4-BE49-F238E27FC236}">
                <a16:creationId xmlns:a16="http://schemas.microsoft.com/office/drawing/2014/main" id="{1E1F4FB2-E058-44A4-45EE-1939F519FD6F}"/>
              </a:ext>
            </a:extLst>
          </p:cNvPr>
          <p:cNvSpPr txBox="1"/>
          <p:nvPr/>
        </p:nvSpPr>
        <p:spPr>
          <a:xfrm>
            <a:off x="7972425" y="5029200"/>
            <a:ext cx="3952875" cy="707886"/>
          </a:xfrm>
          <a:prstGeom prst="rect">
            <a:avLst/>
          </a:prstGeom>
          <a:noFill/>
        </p:spPr>
        <p:txBody>
          <a:bodyPr wrap="square" rtlCol="0">
            <a:spAutoFit/>
          </a:bodyPr>
          <a:lstStyle/>
          <a:p>
            <a:pPr algn="ctr"/>
            <a:r>
              <a:rPr lang="en-US" sz="4000" b="1" dirty="0">
                <a:solidFill>
                  <a:srgbClr val="FF0000"/>
                </a:solidFill>
              </a:rPr>
              <a:t>READ IT</a:t>
            </a:r>
          </a:p>
        </p:txBody>
      </p:sp>
    </p:spTree>
    <p:extLst>
      <p:ext uri="{BB962C8B-B14F-4D97-AF65-F5344CB8AC3E}">
        <p14:creationId xmlns:p14="http://schemas.microsoft.com/office/powerpoint/2010/main" val="2686110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4E150-0FA4-9CFA-EE40-31C8E7F1C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5435C5-1F0A-33B4-0E57-4FBBBE79854B}"/>
              </a:ext>
            </a:extLst>
          </p:cNvPr>
          <p:cNvSpPr>
            <a:spLocks noGrp="1"/>
          </p:cNvSpPr>
          <p:nvPr>
            <p:ph type="title"/>
          </p:nvPr>
        </p:nvSpPr>
        <p:spPr/>
        <p:txBody>
          <a:bodyPr/>
          <a:lstStyle/>
          <a:p>
            <a:r>
              <a:rPr lang="en-US" dirty="0"/>
              <a:t>6.0.11 Activation</a:t>
            </a:r>
          </a:p>
        </p:txBody>
      </p:sp>
      <p:sp>
        <p:nvSpPr>
          <p:cNvPr id="4" name="Date Placeholder 3">
            <a:extLst>
              <a:ext uri="{FF2B5EF4-FFF2-40B4-BE49-F238E27FC236}">
                <a16:creationId xmlns:a16="http://schemas.microsoft.com/office/drawing/2014/main" id="{20973226-7531-969D-D8F5-B18C8A0BA871}"/>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C8D6ED5A-941A-DC4C-F157-0436F1C601C0}"/>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B88A8E67-0075-3E82-F599-A0BE1A0839DD}"/>
              </a:ext>
            </a:extLst>
          </p:cNvPr>
          <p:cNvSpPr>
            <a:spLocks noGrp="1"/>
          </p:cNvSpPr>
          <p:nvPr>
            <p:ph type="sldNum" sz="quarter" idx="12"/>
          </p:nvPr>
        </p:nvSpPr>
        <p:spPr/>
        <p:txBody>
          <a:bodyPr/>
          <a:lstStyle/>
          <a:p>
            <a:fld id="{96488407-C0BF-40E8-A3EB-897F5073D33C}" type="slidenum">
              <a:rPr lang="en-US" smtClean="0"/>
              <a:t>10</a:t>
            </a:fld>
            <a:endParaRPr lang="en-US"/>
          </a:p>
        </p:txBody>
      </p:sp>
      <p:sp>
        <p:nvSpPr>
          <p:cNvPr id="8" name="Content Placeholder 7">
            <a:extLst>
              <a:ext uri="{FF2B5EF4-FFF2-40B4-BE49-F238E27FC236}">
                <a16:creationId xmlns:a16="http://schemas.microsoft.com/office/drawing/2014/main" id="{07F4A17E-5873-BCEF-51D8-C9AF29844804}"/>
              </a:ext>
            </a:extLst>
          </p:cNvPr>
          <p:cNvSpPr>
            <a:spLocks noGrp="1"/>
          </p:cNvSpPr>
          <p:nvPr>
            <p:ph idx="1"/>
          </p:nvPr>
        </p:nvSpPr>
        <p:spPr/>
        <p:txBody>
          <a:bodyPr/>
          <a:lstStyle/>
          <a:p>
            <a:pPr marL="0" indent="0">
              <a:buNone/>
            </a:pPr>
            <a:r>
              <a:rPr lang="en-US" dirty="0"/>
              <a:t>Go in pairs</a:t>
            </a:r>
          </a:p>
        </p:txBody>
      </p:sp>
      <p:pic>
        <p:nvPicPr>
          <p:cNvPr id="7" name="Graphic 6" descr="User outline">
            <a:extLst>
              <a:ext uri="{FF2B5EF4-FFF2-40B4-BE49-F238E27FC236}">
                <a16:creationId xmlns:a16="http://schemas.microsoft.com/office/drawing/2014/main" id="{FA4D5094-64B2-DAC6-F13C-428D60D284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23397" y="2524534"/>
            <a:ext cx="914400" cy="914400"/>
          </a:xfrm>
          <a:prstGeom prst="rect">
            <a:avLst/>
          </a:prstGeom>
        </p:spPr>
      </p:pic>
      <p:pic>
        <p:nvPicPr>
          <p:cNvPr id="11" name="Graphic 10" descr="Construction worker male outline">
            <a:extLst>
              <a:ext uri="{FF2B5EF4-FFF2-40B4-BE49-F238E27FC236}">
                <a16:creationId xmlns:a16="http://schemas.microsoft.com/office/drawing/2014/main" id="{94ED7D8A-E78D-583F-78F8-B46147EE2B3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02973" y="3437328"/>
            <a:ext cx="914400" cy="914400"/>
          </a:xfrm>
          <a:prstGeom prst="rect">
            <a:avLst/>
          </a:prstGeom>
        </p:spPr>
      </p:pic>
      <p:pic>
        <p:nvPicPr>
          <p:cNvPr id="13" name="Graphic 12" descr="Work from home Wi-Fi with solid fill">
            <a:extLst>
              <a:ext uri="{FF2B5EF4-FFF2-40B4-BE49-F238E27FC236}">
                <a16:creationId xmlns:a16="http://schemas.microsoft.com/office/drawing/2014/main" id="{C743F2E1-43FB-8A90-8985-A593B62161A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20632" y="5062222"/>
            <a:ext cx="914400" cy="914400"/>
          </a:xfrm>
          <a:prstGeom prst="rect">
            <a:avLst/>
          </a:prstGeom>
        </p:spPr>
      </p:pic>
      <p:pic>
        <p:nvPicPr>
          <p:cNvPr id="15" name="Graphic 14" descr="Call center outline">
            <a:extLst>
              <a:ext uri="{FF2B5EF4-FFF2-40B4-BE49-F238E27FC236}">
                <a16:creationId xmlns:a16="http://schemas.microsoft.com/office/drawing/2014/main" id="{DD652A67-9A5D-061D-7A26-C8DC771D91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52739" y="2201460"/>
            <a:ext cx="914400" cy="914400"/>
          </a:xfrm>
          <a:prstGeom prst="rect">
            <a:avLst/>
          </a:prstGeom>
        </p:spPr>
      </p:pic>
      <p:pic>
        <p:nvPicPr>
          <p:cNvPr id="17" name="Graphic 16" descr="User outline">
            <a:extLst>
              <a:ext uri="{FF2B5EF4-FFF2-40B4-BE49-F238E27FC236}">
                <a16:creationId xmlns:a16="http://schemas.microsoft.com/office/drawing/2014/main" id="{D2170A50-9055-755A-8481-57173039C9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23397" y="3341248"/>
            <a:ext cx="914400" cy="914400"/>
          </a:xfrm>
          <a:prstGeom prst="rect">
            <a:avLst/>
          </a:prstGeom>
        </p:spPr>
      </p:pic>
      <p:pic>
        <p:nvPicPr>
          <p:cNvPr id="19" name="Graphic 18" descr="Chevron arrows outline">
            <a:extLst>
              <a:ext uri="{FF2B5EF4-FFF2-40B4-BE49-F238E27FC236}">
                <a16:creationId xmlns:a16="http://schemas.microsoft.com/office/drawing/2014/main" id="{4050B83C-3FDC-B674-D09D-13F5921DC23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84116" y="2932503"/>
            <a:ext cx="914400" cy="914400"/>
          </a:xfrm>
          <a:prstGeom prst="rect">
            <a:avLst/>
          </a:prstGeom>
        </p:spPr>
      </p:pic>
      <p:grpSp>
        <p:nvGrpSpPr>
          <p:cNvPr id="20" name="Group 19">
            <a:extLst>
              <a:ext uri="{FF2B5EF4-FFF2-40B4-BE49-F238E27FC236}">
                <a16:creationId xmlns:a16="http://schemas.microsoft.com/office/drawing/2014/main" id="{C066F7C9-B4F1-257C-D750-A4EA7E474E5A}"/>
              </a:ext>
            </a:extLst>
          </p:cNvPr>
          <p:cNvGrpSpPr/>
          <p:nvPr/>
        </p:nvGrpSpPr>
        <p:grpSpPr>
          <a:xfrm>
            <a:off x="4637825" y="2339704"/>
            <a:ext cx="1944538" cy="1890897"/>
            <a:chOff x="1078211" y="2284508"/>
            <a:chExt cx="1944538" cy="1890897"/>
          </a:xfrm>
        </p:grpSpPr>
        <p:pic>
          <p:nvPicPr>
            <p:cNvPr id="21" name="Graphic 20" descr="Marker with solid fill">
              <a:extLst>
                <a:ext uri="{FF2B5EF4-FFF2-40B4-BE49-F238E27FC236}">
                  <a16:creationId xmlns:a16="http://schemas.microsoft.com/office/drawing/2014/main" id="{825E0433-D06A-0C36-F447-0999B72A4D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218068" y="2498510"/>
              <a:ext cx="914400" cy="914400"/>
            </a:xfrm>
            <a:prstGeom prst="rect">
              <a:avLst/>
            </a:prstGeom>
          </p:spPr>
        </p:pic>
        <p:pic>
          <p:nvPicPr>
            <p:cNvPr id="22" name="Graphic 21" descr="Treasure Map outline">
              <a:extLst>
                <a:ext uri="{FF2B5EF4-FFF2-40B4-BE49-F238E27FC236}">
                  <a16:creationId xmlns:a16="http://schemas.microsoft.com/office/drawing/2014/main" id="{384BA483-BCD4-BF27-B76A-D7F56926883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29183" y="2987891"/>
              <a:ext cx="914400" cy="914400"/>
            </a:xfrm>
            <a:prstGeom prst="rect">
              <a:avLst/>
            </a:prstGeom>
          </p:spPr>
        </p:pic>
        <p:sp>
          <p:nvSpPr>
            <p:cNvPr id="23" name="Oval 22">
              <a:extLst>
                <a:ext uri="{FF2B5EF4-FFF2-40B4-BE49-F238E27FC236}">
                  <a16:creationId xmlns:a16="http://schemas.microsoft.com/office/drawing/2014/main" id="{F2A68386-A228-289C-F12E-CCB90F1E854B}"/>
                </a:ext>
              </a:extLst>
            </p:cNvPr>
            <p:cNvSpPr/>
            <p:nvPr/>
          </p:nvSpPr>
          <p:spPr>
            <a:xfrm>
              <a:off x="1078211" y="2284508"/>
              <a:ext cx="1944538" cy="1890897"/>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5" name="Graphic 24" descr="Chevron arrows outline">
            <a:extLst>
              <a:ext uri="{FF2B5EF4-FFF2-40B4-BE49-F238E27FC236}">
                <a16:creationId xmlns:a16="http://schemas.microsoft.com/office/drawing/2014/main" id="{964CCCEF-F8A2-B8FB-BD8A-6E506000804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620463" y="2827952"/>
            <a:ext cx="914400" cy="914400"/>
          </a:xfrm>
          <a:prstGeom prst="rect">
            <a:avLst/>
          </a:prstGeom>
        </p:spPr>
      </p:pic>
      <p:pic>
        <p:nvPicPr>
          <p:cNvPr id="27" name="Graphic 26" descr="Call center outline">
            <a:extLst>
              <a:ext uri="{FF2B5EF4-FFF2-40B4-BE49-F238E27FC236}">
                <a16:creationId xmlns:a16="http://schemas.microsoft.com/office/drawing/2014/main" id="{8E957BA6-FF2C-4F44-18DF-5F3F48E3C56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77682" y="5262563"/>
            <a:ext cx="914400" cy="914400"/>
          </a:xfrm>
          <a:prstGeom prst="rect">
            <a:avLst/>
          </a:prstGeom>
        </p:spPr>
      </p:pic>
      <p:cxnSp>
        <p:nvCxnSpPr>
          <p:cNvPr id="29" name="Straight Connector 28">
            <a:extLst>
              <a:ext uri="{FF2B5EF4-FFF2-40B4-BE49-F238E27FC236}">
                <a16:creationId xmlns:a16="http://schemas.microsoft.com/office/drawing/2014/main" id="{08275CCF-8A46-3420-8083-D902E34B590B}"/>
              </a:ext>
            </a:extLst>
          </p:cNvPr>
          <p:cNvCxnSpPr/>
          <p:nvPr/>
        </p:nvCxnSpPr>
        <p:spPr>
          <a:xfrm>
            <a:off x="838200" y="4752975"/>
            <a:ext cx="10706100" cy="0"/>
          </a:xfrm>
          <a:prstGeom prst="line">
            <a:avLst/>
          </a:prstGeom>
          <a:ln w="57150"/>
          <a:effectLst>
            <a:outerShdw blurRad="50800" dist="38100" dir="2700000" algn="tl" rotWithShape="0">
              <a:prstClr val="black">
                <a:alpha val="40000"/>
              </a:prstClr>
            </a:outerShdw>
          </a:effectLst>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0018663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0A19-ECE7-6773-1F46-7A74C97C99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D4847A-5F9C-AA9A-87D9-C0E4B8EE21F5}"/>
              </a:ext>
            </a:extLst>
          </p:cNvPr>
          <p:cNvSpPr>
            <a:spLocks noGrp="1"/>
          </p:cNvSpPr>
          <p:nvPr>
            <p:ph type="title"/>
          </p:nvPr>
        </p:nvSpPr>
        <p:spPr/>
        <p:txBody>
          <a:bodyPr/>
          <a:lstStyle/>
          <a:p>
            <a:r>
              <a:rPr lang="en-US" dirty="0"/>
              <a:t>6.0.14 Shelter Operations</a:t>
            </a:r>
          </a:p>
        </p:txBody>
      </p:sp>
      <p:sp>
        <p:nvSpPr>
          <p:cNvPr id="4" name="Date Placeholder 3">
            <a:extLst>
              <a:ext uri="{FF2B5EF4-FFF2-40B4-BE49-F238E27FC236}">
                <a16:creationId xmlns:a16="http://schemas.microsoft.com/office/drawing/2014/main" id="{6ADC1254-9D22-F6E5-9FC5-0B6AB24095F1}"/>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BC412700-31E9-087A-7754-44FE19D9CB6F}"/>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3DBB978A-B4C3-89BF-0362-F4AB7AD022F8}"/>
              </a:ext>
            </a:extLst>
          </p:cNvPr>
          <p:cNvSpPr>
            <a:spLocks noGrp="1"/>
          </p:cNvSpPr>
          <p:nvPr>
            <p:ph type="sldNum" sz="quarter" idx="12"/>
          </p:nvPr>
        </p:nvSpPr>
        <p:spPr/>
        <p:txBody>
          <a:bodyPr/>
          <a:lstStyle/>
          <a:p>
            <a:fld id="{96488407-C0BF-40E8-A3EB-897F5073D33C}" type="slidenum">
              <a:rPr lang="en-US" smtClean="0"/>
              <a:t>11</a:t>
            </a:fld>
            <a:endParaRPr lang="en-US" dirty="0"/>
          </a:p>
        </p:txBody>
      </p:sp>
      <p:grpSp>
        <p:nvGrpSpPr>
          <p:cNvPr id="34" name="Group 33">
            <a:extLst>
              <a:ext uri="{FF2B5EF4-FFF2-40B4-BE49-F238E27FC236}">
                <a16:creationId xmlns:a16="http://schemas.microsoft.com/office/drawing/2014/main" id="{D0519014-B53F-3389-E9C6-7FD3FB6EA612}"/>
              </a:ext>
            </a:extLst>
          </p:cNvPr>
          <p:cNvGrpSpPr/>
          <p:nvPr/>
        </p:nvGrpSpPr>
        <p:grpSpPr>
          <a:xfrm>
            <a:off x="2943225" y="2455493"/>
            <a:ext cx="1533525" cy="1139915"/>
            <a:chOff x="2657475" y="3277656"/>
            <a:chExt cx="1533525" cy="1139915"/>
          </a:xfrm>
        </p:grpSpPr>
        <p:pic>
          <p:nvPicPr>
            <p:cNvPr id="18" name="Graphic 17" descr="Call center outline">
              <a:extLst>
                <a:ext uri="{FF2B5EF4-FFF2-40B4-BE49-F238E27FC236}">
                  <a16:creationId xmlns:a16="http://schemas.microsoft.com/office/drawing/2014/main" id="{00619C69-CC87-366D-D4AE-98F731A8A61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6600" y="3503171"/>
              <a:ext cx="914400" cy="914400"/>
            </a:xfrm>
            <a:prstGeom prst="rect">
              <a:avLst/>
            </a:prstGeom>
          </p:spPr>
        </p:pic>
        <p:pic>
          <p:nvPicPr>
            <p:cNvPr id="20" name="Graphic 19" descr="Tent outline">
              <a:extLst>
                <a:ext uri="{FF2B5EF4-FFF2-40B4-BE49-F238E27FC236}">
                  <a16:creationId xmlns:a16="http://schemas.microsoft.com/office/drawing/2014/main" id="{39A72015-83A2-63A4-E634-6F46C6163D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57475" y="3277656"/>
              <a:ext cx="914400" cy="914400"/>
            </a:xfrm>
            <a:prstGeom prst="rect">
              <a:avLst/>
            </a:prstGeom>
          </p:spPr>
        </p:pic>
      </p:grpSp>
      <p:pic>
        <p:nvPicPr>
          <p:cNvPr id="28" name="Graphic 27" descr="Transfer with solid fill">
            <a:extLst>
              <a:ext uri="{FF2B5EF4-FFF2-40B4-BE49-F238E27FC236}">
                <a16:creationId xmlns:a16="http://schemas.microsoft.com/office/drawing/2014/main" id="{38F1EEFF-FE72-EB3D-D82C-931AC1A88F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67302" y="2681008"/>
            <a:ext cx="914400" cy="914400"/>
          </a:xfrm>
          <a:prstGeom prst="rect">
            <a:avLst/>
          </a:prstGeom>
        </p:spPr>
      </p:pic>
      <p:grpSp>
        <p:nvGrpSpPr>
          <p:cNvPr id="33" name="Group 32">
            <a:extLst>
              <a:ext uri="{FF2B5EF4-FFF2-40B4-BE49-F238E27FC236}">
                <a16:creationId xmlns:a16="http://schemas.microsoft.com/office/drawing/2014/main" id="{F399E822-E497-2682-6DA5-8FD425EEAFAF}"/>
              </a:ext>
            </a:extLst>
          </p:cNvPr>
          <p:cNvGrpSpPr/>
          <p:nvPr/>
        </p:nvGrpSpPr>
        <p:grpSpPr>
          <a:xfrm>
            <a:off x="6696077" y="1525232"/>
            <a:ext cx="3571873" cy="3136051"/>
            <a:chOff x="6410327" y="2347395"/>
            <a:chExt cx="3571873" cy="3136051"/>
          </a:xfrm>
        </p:grpSpPr>
        <p:pic>
          <p:nvPicPr>
            <p:cNvPr id="13" name="Graphic 12" descr="Radio outline">
              <a:extLst>
                <a:ext uri="{FF2B5EF4-FFF2-40B4-BE49-F238E27FC236}">
                  <a16:creationId xmlns:a16="http://schemas.microsoft.com/office/drawing/2014/main" id="{95D7F4FA-03F3-7F4A-2D5F-4ACF334E78E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24752" y="4153342"/>
              <a:ext cx="914400" cy="914400"/>
            </a:xfrm>
            <a:prstGeom prst="rect">
              <a:avLst/>
            </a:prstGeom>
          </p:spPr>
        </p:pic>
        <p:pic>
          <p:nvPicPr>
            <p:cNvPr id="16" name="Graphic 15" descr="Cell Tower outline">
              <a:extLst>
                <a:ext uri="{FF2B5EF4-FFF2-40B4-BE49-F238E27FC236}">
                  <a16:creationId xmlns:a16="http://schemas.microsoft.com/office/drawing/2014/main" id="{EF6A1600-3C69-6142-50DA-704407C1B0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10427" y="2704658"/>
              <a:ext cx="914400" cy="914400"/>
            </a:xfrm>
            <a:prstGeom prst="rect">
              <a:avLst/>
            </a:prstGeom>
          </p:spPr>
        </p:pic>
        <p:pic>
          <p:nvPicPr>
            <p:cNvPr id="22" name="Graphic 21" descr="Laptop outline">
              <a:extLst>
                <a:ext uri="{FF2B5EF4-FFF2-40B4-BE49-F238E27FC236}">
                  <a16:creationId xmlns:a16="http://schemas.microsoft.com/office/drawing/2014/main" id="{43D1DA98-F287-044A-02D7-57013171944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001002" y="3407921"/>
              <a:ext cx="914400" cy="914400"/>
            </a:xfrm>
            <a:prstGeom prst="rect">
              <a:avLst/>
            </a:prstGeom>
          </p:spPr>
        </p:pic>
        <p:pic>
          <p:nvPicPr>
            <p:cNvPr id="24" name="Graphic 23" descr="Document outline">
              <a:extLst>
                <a:ext uri="{FF2B5EF4-FFF2-40B4-BE49-F238E27FC236}">
                  <a16:creationId xmlns:a16="http://schemas.microsoft.com/office/drawing/2014/main" id="{AE4FAC04-EE36-2A41-01D1-3FBADFEDF2F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610352" y="3696142"/>
              <a:ext cx="914400" cy="914400"/>
            </a:xfrm>
            <a:prstGeom prst="rect">
              <a:avLst/>
            </a:prstGeom>
          </p:spPr>
        </p:pic>
        <p:sp>
          <p:nvSpPr>
            <p:cNvPr id="26" name="Oval 25">
              <a:extLst>
                <a:ext uri="{FF2B5EF4-FFF2-40B4-BE49-F238E27FC236}">
                  <a16:creationId xmlns:a16="http://schemas.microsoft.com/office/drawing/2014/main" id="{193EA31A-9728-DECC-747B-B8C5190AD839}"/>
                </a:ext>
              </a:extLst>
            </p:cNvPr>
            <p:cNvSpPr/>
            <p:nvPr/>
          </p:nvSpPr>
          <p:spPr>
            <a:xfrm>
              <a:off x="6410327" y="2347395"/>
              <a:ext cx="3571873" cy="313605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Graphic 29" descr="Printer outline">
              <a:extLst>
                <a:ext uri="{FF2B5EF4-FFF2-40B4-BE49-F238E27FC236}">
                  <a16:creationId xmlns:a16="http://schemas.microsoft.com/office/drawing/2014/main" id="{27B1B5DB-AB88-33CF-6718-6F0B81A05BC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772527" y="3960371"/>
              <a:ext cx="914400" cy="914400"/>
            </a:xfrm>
            <a:prstGeom prst="rect">
              <a:avLst/>
            </a:prstGeom>
          </p:spPr>
        </p:pic>
        <p:pic>
          <p:nvPicPr>
            <p:cNvPr id="32" name="Graphic 31" descr="Telephone outline">
              <a:extLst>
                <a:ext uri="{FF2B5EF4-FFF2-40B4-BE49-F238E27FC236}">
                  <a16:creationId xmlns:a16="http://schemas.microsoft.com/office/drawing/2014/main" id="{CB60E880-F69C-1BE1-2E62-A7DEDB4B22E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246250" y="2599090"/>
              <a:ext cx="914400" cy="914400"/>
            </a:xfrm>
            <a:prstGeom prst="rect">
              <a:avLst/>
            </a:prstGeom>
          </p:spPr>
        </p:pic>
      </p:grpSp>
      <p:pic>
        <p:nvPicPr>
          <p:cNvPr id="36" name="Graphic 35" descr="Car Mechanic outline">
            <a:extLst>
              <a:ext uri="{FF2B5EF4-FFF2-40B4-BE49-F238E27FC236}">
                <a16:creationId xmlns:a16="http://schemas.microsoft.com/office/drawing/2014/main" id="{E73C81B0-F8BB-2CBA-4376-DFC6CC3B719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271625" y="4781943"/>
            <a:ext cx="914400" cy="914400"/>
          </a:xfrm>
          <a:prstGeom prst="rect">
            <a:avLst/>
          </a:prstGeom>
        </p:spPr>
      </p:pic>
      <p:pic>
        <p:nvPicPr>
          <p:cNvPr id="38" name="Graphic 37" descr="Mop and bucket outline">
            <a:extLst>
              <a:ext uri="{FF2B5EF4-FFF2-40B4-BE49-F238E27FC236}">
                <a16:creationId xmlns:a16="http://schemas.microsoft.com/office/drawing/2014/main" id="{801371A6-794F-6D05-F49E-1F584A28C11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336150" y="4833275"/>
            <a:ext cx="914400" cy="914400"/>
          </a:xfrm>
          <a:prstGeom prst="rect">
            <a:avLst/>
          </a:prstGeom>
        </p:spPr>
      </p:pic>
      <p:pic>
        <p:nvPicPr>
          <p:cNvPr id="40" name="Graphic 39" descr="Stethoscope outline">
            <a:extLst>
              <a:ext uri="{FF2B5EF4-FFF2-40B4-BE49-F238E27FC236}">
                <a16:creationId xmlns:a16="http://schemas.microsoft.com/office/drawing/2014/main" id="{3714019C-9A61-50ED-554F-3BDA4925DF8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336025" y="4833275"/>
            <a:ext cx="914400" cy="914400"/>
          </a:xfrm>
          <a:prstGeom prst="rect">
            <a:avLst/>
          </a:prstGeom>
        </p:spPr>
      </p:pic>
      <p:pic>
        <p:nvPicPr>
          <p:cNvPr id="42" name="Graphic 41" descr="Firefighter male outline">
            <a:extLst>
              <a:ext uri="{FF2B5EF4-FFF2-40B4-BE49-F238E27FC236}">
                <a16:creationId xmlns:a16="http://schemas.microsoft.com/office/drawing/2014/main" id="{9B4E460A-39DF-9FED-4D4B-329AEA05059C}"/>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555477" y="4932976"/>
            <a:ext cx="914400" cy="914400"/>
          </a:xfrm>
          <a:prstGeom prst="rect">
            <a:avLst/>
          </a:prstGeom>
        </p:spPr>
      </p:pic>
      <p:pic>
        <p:nvPicPr>
          <p:cNvPr id="44" name="Graphic 43" descr="Binoculars outline">
            <a:extLst>
              <a:ext uri="{FF2B5EF4-FFF2-40B4-BE49-F238E27FC236}">
                <a16:creationId xmlns:a16="http://schemas.microsoft.com/office/drawing/2014/main" id="{D2904851-FC4E-54EA-2ED5-8D48457A758D}"/>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483913" y="4949658"/>
            <a:ext cx="914400" cy="914400"/>
          </a:xfrm>
          <a:prstGeom prst="rect">
            <a:avLst/>
          </a:prstGeom>
        </p:spPr>
      </p:pic>
      <p:pic>
        <p:nvPicPr>
          <p:cNvPr id="46" name="Graphic 45" descr="Transfer with solid fill">
            <a:extLst>
              <a:ext uri="{FF2B5EF4-FFF2-40B4-BE49-F238E27FC236}">
                <a16:creationId xmlns:a16="http://schemas.microsoft.com/office/drawing/2014/main" id="{9960C65E-9BBA-1121-C08C-4A8420E42A9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5400000">
            <a:off x="3105150" y="3786278"/>
            <a:ext cx="914400" cy="914400"/>
          </a:xfrm>
          <a:prstGeom prst="rect">
            <a:avLst/>
          </a:prstGeom>
        </p:spPr>
      </p:pic>
      <p:pic>
        <p:nvPicPr>
          <p:cNvPr id="48" name="Graphic 47" descr="Irritant with solid fill">
            <a:extLst>
              <a:ext uri="{FF2B5EF4-FFF2-40B4-BE49-F238E27FC236}">
                <a16:creationId xmlns:a16="http://schemas.microsoft.com/office/drawing/2014/main" id="{8A299BBC-32FD-682C-C346-0BA9532B148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3133727" y="3694949"/>
            <a:ext cx="914400" cy="914400"/>
          </a:xfrm>
          <a:prstGeom prst="rect">
            <a:avLst/>
          </a:prstGeom>
        </p:spPr>
      </p:pic>
    </p:spTree>
    <p:extLst>
      <p:ext uri="{BB962C8B-B14F-4D97-AF65-F5344CB8AC3E}">
        <p14:creationId xmlns:p14="http://schemas.microsoft.com/office/powerpoint/2010/main" val="37953471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80F19-C359-4A7A-8DC1-19BCF02FAE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8EBBF1-201C-BF2E-53D9-6CAFF797D337}"/>
              </a:ext>
            </a:extLst>
          </p:cNvPr>
          <p:cNvSpPr>
            <a:spLocks noGrp="1"/>
          </p:cNvSpPr>
          <p:nvPr>
            <p:ph type="title"/>
          </p:nvPr>
        </p:nvSpPr>
        <p:spPr/>
        <p:txBody>
          <a:bodyPr/>
          <a:lstStyle/>
          <a:p>
            <a:r>
              <a:rPr lang="en-US" dirty="0"/>
              <a:t>6.0.17 Working with Served Agencies</a:t>
            </a:r>
          </a:p>
        </p:txBody>
      </p:sp>
      <p:sp>
        <p:nvSpPr>
          <p:cNvPr id="4" name="Date Placeholder 3">
            <a:extLst>
              <a:ext uri="{FF2B5EF4-FFF2-40B4-BE49-F238E27FC236}">
                <a16:creationId xmlns:a16="http://schemas.microsoft.com/office/drawing/2014/main" id="{E2EE8168-AC08-A885-ED44-DEDA6902EFDC}"/>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75BA09BD-45FB-565C-F113-A489EA4DD059}"/>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27F06351-0262-C188-85E2-779C0537E017}"/>
              </a:ext>
            </a:extLst>
          </p:cNvPr>
          <p:cNvSpPr>
            <a:spLocks noGrp="1"/>
          </p:cNvSpPr>
          <p:nvPr>
            <p:ph type="sldNum" sz="quarter" idx="12"/>
          </p:nvPr>
        </p:nvSpPr>
        <p:spPr/>
        <p:txBody>
          <a:bodyPr/>
          <a:lstStyle/>
          <a:p>
            <a:fld id="{96488407-C0BF-40E8-A3EB-897F5073D33C}" type="slidenum">
              <a:rPr lang="en-US" smtClean="0"/>
              <a:t>12</a:t>
            </a:fld>
            <a:endParaRPr lang="en-US" dirty="0"/>
          </a:p>
        </p:txBody>
      </p:sp>
      <p:pic>
        <p:nvPicPr>
          <p:cNvPr id="42" name="Graphic 41" descr="Firefighter male outline">
            <a:extLst>
              <a:ext uri="{FF2B5EF4-FFF2-40B4-BE49-F238E27FC236}">
                <a16:creationId xmlns:a16="http://schemas.microsoft.com/office/drawing/2014/main" id="{A38A59AC-BFF3-9292-02B7-0FCE49BF13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38800" y="1764257"/>
            <a:ext cx="914400" cy="914400"/>
          </a:xfrm>
          <a:prstGeom prst="rect">
            <a:avLst/>
          </a:prstGeom>
        </p:spPr>
      </p:pic>
      <p:grpSp>
        <p:nvGrpSpPr>
          <p:cNvPr id="15" name="Group 14">
            <a:extLst>
              <a:ext uri="{FF2B5EF4-FFF2-40B4-BE49-F238E27FC236}">
                <a16:creationId xmlns:a16="http://schemas.microsoft.com/office/drawing/2014/main" id="{12D42B5F-9C3E-E506-E6CC-5C0042F9135B}"/>
              </a:ext>
            </a:extLst>
          </p:cNvPr>
          <p:cNvGrpSpPr/>
          <p:nvPr/>
        </p:nvGrpSpPr>
        <p:grpSpPr>
          <a:xfrm>
            <a:off x="1552282" y="2286000"/>
            <a:ext cx="2667000" cy="2286000"/>
            <a:chOff x="1466557" y="1378257"/>
            <a:chExt cx="2667000" cy="2286000"/>
          </a:xfrm>
        </p:grpSpPr>
        <p:pic>
          <p:nvPicPr>
            <p:cNvPr id="7" name="Graphic 6" descr="Call center outline">
              <a:extLst>
                <a:ext uri="{FF2B5EF4-FFF2-40B4-BE49-F238E27FC236}">
                  <a16:creationId xmlns:a16="http://schemas.microsoft.com/office/drawing/2014/main" id="{E22913A6-C0EA-FB74-4896-B379BF156E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90139" y="1883082"/>
              <a:ext cx="914400" cy="914400"/>
            </a:xfrm>
            <a:prstGeom prst="rect">
              <a:avLst/>
            </a:prstGeom>
          </p:spPr>
        </p:pic>
        <p:pic>
          <p:nvPicPr>
            <p:cNvPr id="9" name="Graphic 8" descr="Call center outline">
              <a:extLst>
                <a:ext uri="{FF2B5EF4-FFF2-40B4-BE49-F238E27FC236}">
                  <a16:creationId xmlns:a16="http://schemas.microsoft.com/office/drawing/2014/main" id="{25D6E6DF-2212-89AC-3982-AEAE93EB764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89628" y="2133754"/>
              <a:ext cx="914400" cy="914400"/>
            </a:xfrm>
            <a:prstGeom prst="rect">
              <a:avLst/>
            </a:prstGeom>
          </p:spPr>
        </p:pic>
        <p:pic>
          <p:nvPicPr>
            <p:cNvPr id="11" name="Graphic 10" descr="Call center outline">
              <a:extLst>
                <a:ext uri="{FF2B5EF4-FFF2-40B4-BE49-F238E27FC236}">
                  <a16:creationId xmlns:a16="http://schemas.microsoft.com/office/drawing/2014/main" id="{25A64FA0-DF69-F840-B8CF-F2E55E44B5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03317" y="1641322"/>
              <a:ext cx="914400" cy="914400"/>
            </a:xfrm>
            <a:prstGeom prst="rect">
              <a:avLst/>
            </a:prstGeom>
          </p:spPr>
        </p:pic>
        <p:sp>
          <p:nvSpPr>
            <p:cNvPr id="12" name="Oval 11">
              <a:extLst>
                <a:ext uri="{FF2B5EF4-FFF2-40B4-BE49-F238E27FC236}">
                  <a16:creationId xmlns:a16="http://schemas.microsoft.com/office/drawing/2014/main" id="{01DACF06-84F8-B65E-6D95-772678A91132}"/>
                </a:ext>
              </a:extLst>
            </p:cNvPr>
            <p:cNvSpPr/>
            <p:nvPr/>
          </p:nvSpPr>
          <p:spPr>
            <a:xfrm>
              <a:off x="1466557" y="1378257"/>
              <a:ext cx="2667000" cy="2286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AD12EE8-A43A-1B1B-BDA3-71496339DD1D}"/>
                </a:ext>
              </a:extLst>
            </p:cNvPr>
            <p:cNvSpPr txBox="1"/>
            <p:nvPr/>
          </p:nvSpPr>
          <p:spPr>
            <a:xfrm>
              <a:off x="1894889" y="2924175"/>
              <a:ext cx="1810336" cy="374651"/>
            </a:xfrm>
            <a:prstGeom prst="rect">
              <a:avLst/>
            </a:prstGeom>
            <a:noFill/>
          </p:spPr>
          <p:txBody>
            <a:bodyPr wrap="square" rtlCol="0">
              <a:spAutoFit/>
            </a:bodyPr>
            <a:lstStyle/>
            <a:p>
              <a:pPr algn="ctr"/>
              <a:r>
                <a:rPr lang="en-US" dirty="0"/>
                <a:t>WCKY ARES</a:t>
              </a:r>
            </a:p>
          </p:txBody>
        </p:sp>
      </p:grpSp>
      <p:pic>
        <p:nvPicPr>
          <p:cNvPr id="19" name="Graphic 18" descr="Taxi outline">
            <a:extLst>
              <a:ext uri="{FF2B5EF4-FFF2-40B4-BE49-F238E27FC236}">
                <a16:creationId xmlns:a16="http://schemas.microsoft.com/office/drawing/2014/main" id="{9DBC9B6E-9A4A-D077-025E-FAA19D002A8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38800" y="2782792"/>
            <a:ext cx="914400" cy="914400"/>
          </a:xfrm>
          <a:prstGeom prst="rect">
            <a:avLst/>
          </a:prstGeom>
        </p:spPr>
      </p:pic>
      <p:pic>
        <p:nvPicPr>
          <p:cNvPr id="23" name="Graphic 22" descr="Life ring outline">
            <a:extLst>
              <a:ext uri="{FF2B5EF4-FFF2-40B4-BE49-F238E27FC236}">
                <a16:creationId xmlns:a16="http://schemas.microsoft.com/office/drawing/2014/main" id="{E7C24E32-1B2A-FF21-F2D5-4DC205C7B1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638800" y="3976688"/>
            <a:ext cx="914400" cy="914400"/>
          </a:xfrm>
          <a:prstGeom prst="rect">
            <a:avLst/>
          </a:prstGeom>
        </p:spPr>
      </p:pic>
      <p:pic>
        <p:nvPicPr>
          <p:cNvPr id="27" name="Graphic 26" descr="Ambulance outline">
            <a:extLst>
              <a:ext uri="{FF2B5EF4-FFF2-40B4-BE49-F238E27FC236}">
                <a16:creationId xmlns:a16="http://schemas.microsoft.com/office/drawing/2014/main" id="{AE35B53C-6C90-38CD-2965-33E5E384BAE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38800" y="5162454"/>
            <a:ext cx="914400" cy="914400"/>
          </a:xfrm>
          <a:prstGeom prst="rect">
            <a:avLst/>
          </a:prstGeom>
        </p:spPr>
      </p:pic>
      <p:cxnSp>
        <p:nvCxnSpPr>
          <p:cNvPr id="31" name="Straight Arrow Connector 30">
            <a:extLst>
              <a:ext uri="{FF2B5EF4-FFF2-40B4-BE49-F238E27FC236}">
                <a16:creationId xmlns:a16="http://schemas.microsoft.com/office/drawing/2014/main" id="{7B128499-7CB4-7EFA-4BFD-5240B36CDED3}"/>
              </a:ext>
            </a:extLst>
          </p:cNvPr>
          <p:cNvCxnSpPr>
            <a:stCxn id="12" idx="6"/>
          </p:cNvCxnSpPr>
          <p:nvPr/>
        </p:nvCxnSpPr>
        <p:spPr>
          <a:xfrm flipV="1">
            <a:off x="4219282" y="2221457"/>
            <a:ext cx="1419518" cy="120754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910FF776-7E4C-3A59-4F41-726CFDDCE13B}"/>
              </a:ext>
            </a:extLst>
          </p:cNvPr>
          <p:cNvCxnSpPr>
            <a:cxnSpLocks/>
            <a:stCxn id="12" idx="6"/>
            <a:endCxn id="19" idx="1"/>
          </p:cNvCxnSpPr>
          <p:nvPr/>
        </p:nvCxnSpPr>
        <p:spPr>
          <a:xfrm flipV="1">
            <a:off x="4219282" y="3239992"/>
            <a:ext cx="1419518" cy="18900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7" name="Straight Arrow Connector 36">
            <a:extLst>
              <a:ext uri="{FF2B5EF4-FFF2-40B4-BE49-F238E27FC236}">
                <a16:creationId xmlns:a16="http://schemas.microsoft.com/office/drawing/2014/main" id="{090240E7-7405-1ED5-C9D6-E85302D7354D}"/>
              </a:ext>
            </a:extLst>
          </p:cNvPr>
          <p:cNvCxnSpPr>
            <a:cxnSpLocks/>
            <a:stCxn id="12" idx="6"/>
            <a:endCxn id="23" idx="1"/>
          </p:cNvCxnSpPr>
          <p:nvPr/>
        </p:nvCxnSpPr>
        <p:spPr>
          <a:xfrm>
            <a:off x="4219282" y="3429000"/>
            <a:ext cx="1419518" cy="100488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9" name="Straight Arrow Connector 38">
            <a:extLst>
              <a:ext uri="{FF2B5EF4-FFF2-40B4-BE49-F238E27FC236}">
                <a16:creationId xmlns:a16="http://schemas.microsoft.com/office/drawing/2014/main" id="{E5E9FD09-049E-EB3F-7A20-E5F5BBD38723}"/>
              </a:ext>
            </a:extLst>
          </p:cNvPr>
          <p:cNvCxnSpPr>
            <a:cxnSpLocks/>
            <a:stCxn id="12" idx="6"/>
            <a:endCxn id="27" idx="1"/>
          </p:cNvCxnSpPr>
          <p:nvPr/>
        </p:nvCxnSpPr>
        <p:spPr>
          <a:xfrm>
            <a:off x="4219282" y="3429000"/>
            <a:ext cx="1419518" cy="219065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54" name="Graphic 53" descr="Microphone outline">
            <a:extLst>
              <a:ext uri="{FF2B5EF4-FFF2-40B4-BE49-F238E27FC236}">
                <a16:creationId xmlns:a16="http://schemas.microsoft.com/office/drawing/2014/main" id="{6091B157-C69F-4319-034F-815A205C26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010775" y="2554893"/>
            <a:ext cx="914400" cy="914400"/>
          </a:xfrm>
          <a:prstGeom prst="rect">
            <a:avLst/>
          </a:prstGeom>
        </p:spPr>
      </p:pic>
      <p:pic>
        <p:nvPicPr>
          <p:cNvPr id="56" name="Graphic 55" descr="Video camera outline">
            <a:extLst>
              <a:ext uri="{FF2B5EF4-FFF2-40B4-BE49-F238E27FC236}">
                <a16:creationId xmlns:a16="http://schemas.microsoft.com/office/drawing/2014/main" id="{1E2A90A1-D9FE-B451-8BEB-072BFCEDEB4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10010775" y="3374718"/>
            <a:ext cx="914400" cy="914400"/>
          </a:xfrm>
          <a:prstGeom prst="rect">
            <a:avLst/>
          </a:prstGeom>
        </p:spPr>
      </p:pic>
      <p:grpSp>
        <p:nvGrpSpPr>
          <p:cNvPr id="64" name="Group 63">
            <a:extLst>
              <a:ext uri="{FF2B5EF4-FFF2-40B4-BE49-F238E27FC236}">
                <a16:creationId xmlns:a16="http://schemas.microsoft.com/office/drawing/2014/main" id="{57F4122A-A605-902B-385B-6F36EF3F80BF}"/>
              </a:ext>
            </a:extLst>
          </p:cNvPr>
          <p:cNvGrpSpPr/>
          <p:nvPr/>
        </p:nvGrpSpPr>
        <p:grpSpPr>
          <a:xfrm>
            <a:off x="7502723" y="2782792"/>
            <a:ext cx="914400" cy="1506326"/>
            <a:chOff x="7502723" y="2782792"/>
            <a:chExt cx="914400" cy="1506326"/>
          </a:xfrm>
        </p:grpSpPr>
        <p:pic>
          <p:nvPicPr>
            <p:cNvPr id="58" name="Graphic 57" descr="Male profile outline">
              <a:extLst>
                <a:ext uri="{FF2B5EF4-FFF2-40B4-BE49-F238E27FC236}">
                  <a16:creationId xmlns:a16="http://schemas.microsoft.com/office/drawing/2014/main" id="{31222F6D-C025-F28D-3AE5-DC97D834E1E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502723" y="3374718"/>
              <a:ext cx="914400" cy="914400"/>
            </a:xfrm>
            <a:prstGeom prst="rect">
              <a:avLst/>
            </a:prstGeom>
          </p:spPr>
        </p:pic>
        <p:pic>
          <p:nvPicPr>
            <p:cNvPr id="60" name="Graphic 59" descr="Female Profile outline">
              <a:extLst>
                <a:ext uri="{FF2B5EF4-FFF2-40B4-BE49-F238E27FC236}">
                  <a16:creationId xmlns:a16="http://schemas.microsoft.com/office/drawing/2014/main" id="{A871F541-2167-BCD3-3F01-B491EDF62E0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502723" y="2782792"/>
              <a:ext cx="914400" cy="914400"/>
            </a:xfrm>
            <a:prstGeom prst="rect">
              <a:avLst/>
            </a:prstGeom>
          </p:spPr>
        </p:pic>
      </p:grpSp>
      <p:cxnSp>
        <p:nvCxnSpPr>
          <p:cNvPr id="61" name="Straight Arrow Connector 60">
            <a:extLst>
              <a:ext uri="{FF2B5EF4-FFF2-40B4-BE49-F238E27FC236}">
                <a16:creationId xmlns:a16="http://schemas.microsoft.com/office/drawing/2014/main" id="{E3DE15B5-0430-3C45-D6BF-7CEDF92E7F61}"/>
              </a:ext>
            </a:extLst>
          </p:cNvPr>
          <p:cNvCxnSpPr>
            <a:cxnSpLocks/>
            <a:endCxn id="60" idx="1"/>
          </p:cNvCxnSpPr>
          <p:nvPr/>
        </p:nvCxnSpPr>
        <p:spPr>
          <a:xfrm>
            <a:off x="6488014" y="2229916"/>
            <a:ext cx="1014709" cy="101007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6" name="Straight Arrow Connector 65">
            <a:extLst>
              <a:ext uri="{FF2B5EF4-FFF2-40B4-BE49-F238E27FC236}">
                <a16:creationId xmlns:a16="http://schemas.microsoft.com/office/drawing/2014/main" id="{194E0BDF-BE83-AB4B-75B1-8AABF064C54A}"/>
              </a:ext>
            </a:extLst>
          </p:cNvPr>
          <p:cNvCxnSpPr>
            <a:cxnSpLocks/>
            <a:stCxn id="19" idx="3"/>
          </p:cNvCxnSpPr>
          <p:nvPr/>
        </p:nvCxnSpPr>
        <p:spPr>
          <a:xfrm>
            <a:off x="6553200" y="3239992"/>
            <a:ext cx="849214" cy="80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7" name="Straight Arrow Connector 66">
            <a:extLst>
              <a:ext uri="{FF2B5EF4-FFF2-40B4-BE49-F238E27FC236}">
                <a16:creationId xmlns:a16="http://schemas.microsoft.com/office/drawing/2014/main" id="{2F807571-D102-9CB0-952A-05D7BAAD0E6D}"/>
              </a:ext>
            </a:extLst>
          </p:cNvPr>
          <p:cNvCxnSpPr>
            <a:cxnSpLocks/>
            <a:stCxn id="23" idx="3"/>
          </p:cNvCxnSpPr>
          <p:nvPr/>
        </p:nvCxnSpPr>
        <p:spPr>
          <a:xfrm flipV="1">
            <a:off x="6553200" y="3589232"/>
            <a:ext cx="931962" cy="84465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8" name="Straight Arrow Connector 67">
            <a:extLst>
              <a:ext uri="{FF2B5EF4-FFF2-40B4-BE49-F238E27FC236}">
                <a16:creationId xmlns:a16="http://schemas.microsoft.com/office/drawing/2014/main" id="{6F7F4003-B587-1508-47BB-C77F1C7F1094}"/>
              </a:ext>
            </a:extLst>
          </p:cNvPr>
          <p:cNvCxnSpPr>
            <a:cxnSpLocks/>
          </p:cNvCxnSpPr>
          <p:nvPr/>
        </p:nvCxnSpPr>
        <p:spPr>
          <a:xfrm flipV="1">
            <a:off x="6488014" y="3613150"/>
            <a:ext cx="1014709" cy="199887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7" name="Straight Arrow Connector 76">
            <a:extLst>
              <a:ext uri="{FF2B5EF4-FFF2-40B4-BE49-F238E27FC236}">
                <a16:creationId xmlns:a16="http://schemas.microsoft.com/office/drawing/2014/main" id="{CE232F90-7D14-BA2D-67B9-1AF462F4C581}"/>
              </a:ext>
            </a:extLst>
          </p:cNvPr>
          <p:cNvCxnSpPr>
            <a:cxnSpLocks/>
          </p:cNvCxnSpPr>
          <p:nvPr/>
        </p:nvCxnSpPr>
        <p:spPr>
          <a:xfrm>
            <a:off x="8691559" y="3498697"/>
            <a:ext cx="1147766"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5400902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7389F-A673-C721-F3E6-7F413891F47B}"/>
              </a:ext>
            </a:extLst>
          </p:cNvPr>
          <p:cNvSpPr>
            <a:spLocks noGrp="1"/>
          </p:cNvSpPr>
          <p:nvPr>
            <p:ph type="title"/>
          </p:nvPr>
        </p:nvSpPr>
        <p:spPr/>
        <p:txBody>
          <a:bodyPr/>
          <a:lstStyle/>
          <a:p>
            <a:r>
              <a:rPr lang="en-US" dirty="0"/>
              <a:t>Identification</a:t>
            </a:r>
          </a:p>
        </p:txBody>
      </p:sp>
      <p:sp>
        <p:nvSpPr>
          <p:cNvPr id="4" name="Date Placeholder 3">
            <a:extLst>
              <a:ext uri="{FF2B5EF4-FFF2-40B4-BE49-F238E27FC236}">
                <a16:creationId xmlns:a16="http://schemas.microsoft.com/office/drawing/2014/main" id="{949D7E4A-EF6A-4B72-B298-A90B60C158EF}"/>
              </a:ext>
            </a:extLst>
          </p:cNvPr>
          <p:cNvSpPr>
            <a:spLocks noGrp="1"/>
          </p:cNvSpPr>
          <p:nvPr>
            <p:ph type="dt" sz="half" idx="10"/>
          </p:nvPr>
        </p:nvSpPr>
        <p:spPr/>
        <p:txBody>
          <a:bodyPr/>
          <a:lstStyle/>
          <a:p>
            <a:fld id="{9E278A38-2B5D-4779-B9CE-BE004153E6C7}" type="datetime1">
              <a:rPr lang="en-US" smtClean="0"/>
              <a:t>10/9/2026</a:t>
            </a:fld>
            <a:endParaRPr lang="en-US"/>
          </a:p>
        </p:txBody>
      </p:sp>
      <p:sp>
        <p:nvSpPr>
          <p:cNvPr id="5" name="Footer Placeholder 4">
            <a:extLst>
              <a:ext uri="{FF2B5EF4-FFF2-40B4-BE49-F238E27FC236}">
                <a16:creationId xmlns:a16="http://schemas.microsoft.com/office/drawing/2014/main" id="{FD9B2098-3AC5-6637-6FC0-2B02E593720D}"/>
              </a:ext>
            </a:extLst>
          </p:cNvPr>
          <p:cNvSpPr>
            <a:spLocks noGrp="1"/>
          </p:cNvSpPr>
          <p:nvPr>
            <p:ph type="ftr" sz="quarter" idx="11"/>
          </p:nvPr>
        </p:nvSpPr>
        <p:spPr/>
        <p:txBody>
          <a:bodyPr/>
          <a:lstStyle/>
          <a:p>
            <a:r>
              <a:rPr lang="en-US"/>
              <a:t>Warren County KY ARES • KQ4TIV Emergency Coordinator</a:t>
            </a:r>
          </a:p>
        </p:txBody>
      </p:sp>
      <p:sp>
        <p:nvSpPr>
          <p:cNvPr id="6" name="Slide Number Placeholder 5">
            <a:extLst>
              <a:ext uri="{FF2B5EF4-FFF2-40B4-BE49-F238E27FC236}">
                <a16:creationId xmlns:a16="http://schemas.microsoft.com/office/drawing/2014/main" id="{81AD128B-FD0B-BEC7-43E4-A74CCAFA8ECE}"/>
              </a:ext>
            </a:extLst>
          </p:cNvPr>
          <p:cNvSpPr>
            <a:spLocks noGrp="1"/>
          </p:cNvSpPr>
          <p:nvPr>
            <p:ph type="sldNum" sz="quarter" idx="12"/>
          </p:nvPr>
        </p:nvSpPr>
        <p:spPr/>
        <p:txBody>
          <a:bodyPr/>
          <a:lstStyle/>
          <a:p>
            <a:fld id="{96488407-C0BF-40E8-A3EB-897F5073D33C}" type="slidenum">
              <a:rPr lang="en-US" smtClean="0"/>
              <a:t>13</a:t>
            </a:fld>
            <a:endParaRPr lang="en-US"/>
          </a:p>
        </p:txBody>
      </p:sp>
      <p:pic>
        <p:nvPicPr>
          <p:cNvPr id="8" name="Picture 7">
            <a:extLst>
              <a:ext uri="{FF2B5EF4-FFF2-40B4-BE49-F238E27FC236}">
                <a16:creationId xmlns:a16="http://schemas.microsoft.com/office/drawing/2014/main" id="{DC97ADB1-3FF8-BAEA-29E8-7BFAE1DB7C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24355" y="2457237"/>
            <a:ext cx="4491270" cy="2934125"/>
          </a:xfrm>
          <a:prstGeom prst="rect">
            <a:avLst/>
          </a:prstGeom>
        </p:spPr>
      </p:pic>
      <p:pic>
        <p:nvPicPr>
          <p:cNvPr id="9" name="Picture 8" descr="ARES Hat Neon">
            <a:extLst>
              <a:ext uri="{FF2B5EF4-FFF2-40B4-BE49-F238E27FC236}">
                <a16:creationId xmlns:a16="http://schemas.microsoft.com/office/drawing/2014/main" id="{ED3D5C61-2BF0-09C4-31E5-36B3CE5264BB}"/>
              </a:ext>
            </a:extLst>
          </p:cNvPr>
          <p:cNvPicPr>
            <a:picLocks noChangeAspect="1"/>
          </p:cNvPicPr>
          <p:nvPr/>
        </p:nvPicPr>
        <p:blipFill>
          <a:blip r:embed="rId4"/>
          <a:stretch>
            <a:fillRect/>
          </a:stretch>
        </p:blipFill>
        <p:spPr>
          <a:xfrm>
            <a:off x="2847809" y="3429000"/>
            <a:ext cx="2381582" cy="2381582"/>
          </a:xfrm>
          <a:prstGeom prst="rect">
            <a:avLst/>
          </a:prstGeom>
        </p:spPr>
      </p:pic>
      <p:pic>
        <p:nvPicPr>
          <p:cNvPr id="10" name="Picture 9" descr="ARES Deployment Vest">
            <a:extLst>
              <a:ext uri="{FF2B5EF4-FFF2-40B4-BE49-F238E27FC236}">
                <a16:creationId xmlns:a16="http://schemas.microsoft.com/office/drawing/2014/main" id="{3A524EAA-E053-4501-152C-E74F6BA6FCE0}"/>
              </a:ext>
            </a:extLst>
          </p:cNvPr>
          <p:cNvPicPr>
            <a:picLocks noChangeAspect="1"/>
          </p:cNvPicPr>
          <p:nvPr/>
        </p:nvPicPr>
        <p:blipFill>
          <a:blip r:embed="rId5"/>
          <a:stretch>
            <a:fillRect/>
          </a:stretch>
        </p:blipFill>
        <p:spPr>
          <a:xfrm>
            <a:off x="909471" y="2333459"/>
            <a:ext cx="2381582" cy="2381582"/>
          </a:xfrm>
          <a:prstGeom prst="rect">
            <a:avLst/>
          </a:prstGeom>
        </p:spPr>
      </p:pic>
      <p:sp>
        <p:nvSpPr>
          <p:cNvPr id="11" name="TextBox 10">
            <a:extLst>
              <a:ext uri="{FF2B5EF4-FFF2-40B4-BE49-F238E27FC236}">
                <a16:creationId xmlns:a16="http://schemas.microsoft.com/office/drawing/2014/main" id="{CDC62D04-CB67-0A2A-ADA9-0EB1062D2C9C}"/>
              </a:ext>
            </a:extLst>
          </p:cNvPr>
          <p:cNvSpPr txBox="1"/>
          <p:nvPr/>
        </p:nvSpPr>
        <p:spPr>
          <a:xfrm>
            <a:off x="1019175" y="2457237"/>
            <a:ext cx="609600" cy="369332"/>
          </a:xfrm>
          <a:prstGeom prst="rect">
            <a:avLst/>
          </a:prstGeom>
          <a:noFill/>
        </p:spPr>
        <p:txBody>
          <a:bodyPr wrap="square" rtlCol="0">
            <a:spAutoFit/>
          </a:bodyPr>
          <a:lstStyle/>
          <a:p>
            <a:r>
              <a:rPr lang="en-US" dirty="0"/>
              <a:t>$25</a:t>
            </a:r>
          </a:p>
        </p:txBody>
      </p:sp>
      <p:sp>
        <p:nvSpPr>
          <p:cNvPr id="13" name="TextBox 12">
            <a:extLst>
              <a:ext uri="{FF2B5EF4-FFF2-40B4-BE49-F238E27FC236}">
                <a16:creationId xmlns:a16="http://schemas.microsoft.com/office/drawing/2014/main" id="{2A011418-B99B-DBD4-4182-E63C183D398A}"/>
              </a:ext>
            </a:extLst>
          </p:cNvPr>
          <p:cNvSpPr txBox="1"/>
          <p:nvPr/>
        </p:nvSpPr>
        <p:spPr>
          <a:xfrm>
            <a:off x="2943225" y="3586139"/>
            <a:ext cx="609600" cy="369332"/>
          </a:xfrm>
          <a:prstGeom prst="rect">
            <a:avLst/>
          </a:prstGeom>
          <a:noFill/>
        </p:spPr>
        <p:txBody>
          <a:bodyPr wrap="square" rtlCol="0">
            <a:spAutoFit/>
          </a:bodyPr>
          <a:lstStyle/>
          <a:p>
            <a:r>
              <a:rPr lang="en-US" dirty="0"/>
              <a:t>$20</a:t>
            </a:r>
          </a:p>
        </p:txBody>
      </p:sp>
    </p:spTree>
    <p:extLst>
      <p:ext uri="{BB962C8B-B14F-4D97-AF65-F5344CB8AC3E}">
        <p14:creationId xmlns:p14="http://schemas.microsoft.com/office/powerpoint/2010/main" val="13171983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742</TotalTime>
  <Words>930</Words>
  <Application>Microsoft Office PowerPoint</Application>
  <PresentationFormat>Widescreen</PresentationFormat>
  <Paragraphs>118</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Kentucky District 3 Warren County</vt:lpstr>
      <vt:lpstr>Specifics</vt:lpstr>
      <vt:lpstr>Finding Operations Plan</vt:lpstr>
      <vt:lpstr>6.0.10 Warnings and Alerts</vt:lpstr>
      <vt:lpstr>6.0.10 Warnings and Alerts</vt:lpstr>
      <vt:lpstr>6.0.10 Warnings and Alerts</vt:lpstr>
      <vt:lpstr>6.0.10 Warnings and Alerts</vt:lpstr>
      <vt:lpstr>6.0.11 Activation</vt:lpstr>
      <vt:lpstr>6.0.11 Activation</vt:lpstr>
      <vt:lpstr>6.0.11 Activation</vt:lpstr>
      <vt:lpstr>6.0.14 Shelter Operations</vt:lpstr>
      <vt:lpstr>6.0.17 Working with Served Agencies</vt:lpstr>
      <vt:lpstr>Identification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Nathaniel Butts</dc:creator>
  <cp:lastModifiedBy>Nathaniel Butts</cp:lastModifiedBy>
  <cp:revision>6</cp:revision>
  <cp:lastPrinted>2026-10-09T18:50:31Z</cp:lastPrinted>
  <dcterms:created xsi:type="dcterms:W3CDTF">2026-08-11T18:14:18Z</dcterms:created>
  <dcterms:modified xsi:type="dcterms:W3CDTF">2026-10-09T18:50:38Z</dcterms:modified>
</cp:coreProperties>
</file>