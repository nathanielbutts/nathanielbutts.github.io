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202F"/>
    <a:srgbClr val="17365D"/>
    <a:srgbClr val="F4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9F03B-745E-41AB-A168-70D5E08192E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643A9-9A26-4EFE-8DE6-4ED578E92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F646-FC84-9061-7C85-166935F8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13EB6-D2DD-FA02-5A01-6E3B37402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63785-952D-7D78-563C-98DC3CC2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E304-CE36-423D-91FF-82BA3320FEBD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B8B66-68B9-C8AE-A6D5-404C517E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FC7B-A062-1CDA-0B26-7464611F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5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66E2-2DAF-285B-FF58-404A2427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A53B0-5DF7-DF73-DCCF-DB08C6EF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21753-2C2B-7A92-1A99-4938F96F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36A50-7D77-DE4B-D4E2-E8149A48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BD0C2-1E6F-38EF-4CF7-9E77987A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C775B-657E-76AE-9069-AD9230049E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CBD7B11-C97A-3ECC-F36F-E20D5B434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9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2388-1BEC-16BF-529F-60B80404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DA30-769F-BD2D-38F3-19E702F7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2C78-489A-5295-3D00-2FFF64B0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2B33-CB21-4C2E-89ED-ED63058A9EC6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E7D15-98FE-E117-98B9-E2591248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31516-6D25-EB00-4664-4548F480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E3EECC-D88A-063D-734B-5C04D8C4D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0664C6B-8A73-3205-5BCA-2436BE110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6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5834-7A27-FCF8-470F-C72F5FCC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2EF4-6E6F-B10D-C32D-CC3749928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84D0B-B3B2-BE0A-FA7B-7F9A9E828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871C8-7331-A480-8122-FBA323E2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F197-3AD3-4025-ADC8-700FD547DC92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C9E47-F82B-9EE4-4921-18A296B4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B0A28-BB63-3CA9-EA90-393B12A6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5F7E8F-EC83-FEE6-8BCE-F7AA262A2F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0575-6E80-172D-8B60-E010A97E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D2500-AD11-71E9-0F95-84334D0E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6CCF7-1C95-2E4E-7EB1-90078375B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855E6-679A-A7B4-898D-ABC9B15B6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D387E-4B10-0B38-8C4F-DAFDBFD1B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A300-9503-09EC-EB89-694C7556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41C8A-434A-4160-9568-4B1A1545093A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31ABC-7268-78E9-87D3-02A26157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3ACBA-000F-932B-4435-D840E700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F200616-77F6-4887-2D46-8B964A2F02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7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AA77-F439-4CF7-FC6D-52959DD0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B2FFA-A73C-F791-5F23-D4D11572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0D9-3679-44A3-92D1-D35471DAC33C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9F794-C202-C82A-1A53-43AB8845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23D5-9A98-7D88-F74C-14A4E3F9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177C0D-DCFE-437E-16DB-D8376C65F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9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E230B-5E35-08B4-66C8-8A2F0113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2EF-3FEB-4DB4-A966-E8C12F815231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C939-F023-3A08-2D15-1BB22B36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77E19-A4A6-46A7-D4C8-583BD619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68EED2-1080-E0F6-85F2-6EB470BAF0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5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9DB0-2A4F-7CF6-5408-848A2CCB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CBE8-6BF8-8B42-DD1B-677A3934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9F25D-DB6B-7C01-2924-43DF8CD18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8273D-8D0D-70BD-AD97-D0E4BCB9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6E28-1AB1-4670-ACE4-5A2A02BA3305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0B642-2BE9-0393-FCA6-1582202B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009BB-70D0-F5EA-8353-5DB9685E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7BE8660-9528-130A-AB2B-3CD623525F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C18F-E005-DAA7-7650-F9A47C1F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3F0F6-0C77-7F95-AEB4-79CF59C75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B292B-59FA-0219-187E-0202A420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F21DE-E8DD-C67C-B92B-AC0DA7B7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8A8F4-EDCA-45D3-9D5E-CB9B9AB4729B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13A1-6457-F046-8472-F097324C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B925-9C14-A7AF-0002-D5D9CF39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23B5F2-5D53-8FDF-766D-B310D86DA4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5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C092-F894-8C5D-E82A-480325EF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0DA79-B20E-39A9-3D0A-8DB42B28C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81A2-83FF-EB27-DBD0-FE515533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3CBB-7A0E-4DF9-911F-225601BBD5B8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A7A67-343F-C2C2-830D-56D15848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B73A-E451-D62E-2901-5C5A4B0D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D8037B2-2F40-8DB0-0EAD-7656D9FAAD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4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1252D-B1E7-9359-7BC9-06E51FD1E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299DB-37EB-C5FD-9DB6-9E743E16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BC974-612D-B1FE-2B7D-50A35CE3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281D5-AC24-4DFA-89F4-58DED020691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6A14-1AA7-BF98-4DB3-BBF330D8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70CA-652C-7C5B-7EDD-BF063B83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E52BD6-8F55-FB7B-047A-6EF82FD4D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0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43A7DE6-2A60-2912-06D6-9D6D88AC5C6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5FD3D5-81D7-D283-54A5-9E9A4CD4A40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436945-070C-A586-8D3D-96E86640C9D5}"/>
              </a:ext>
            </a:extLst>
          </p:cNvPr>
          <p:cNvSpPr/>
          <p:nvPr userDrawn="1"/>
        </p:nvSpPr>
        <p:spPr>
          <a:xfrm>
            <a:off x="228600" y="0"/>
            <a:ext cx="91440" cy="685800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FADD6-B95D-3DAE-91B9-E13C2769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F5617-037C-222A-C0B4-AA2191D1F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2C087-D628-91D0-3AD7-CD48B1EB3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CDE8-FE07-4A17-A2EA-2712F961A403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09D3C-8121-9FB6-467C-42E179CA1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8236-7ABA-41B3-40F3-15F6F450E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AC79-18FB-93D3-54F5-DEED54937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435" y="2568698"/>
            <a:ext cx="9144000" cy="2387600"/>
          </a:xfrm>
        </p:spPr>
        <p:txBody>
          <a:bodyPr/>
          <a:lstStyle/>
          <a:p>
            <a:r>
              <a:rPr lang="en-US" dirty="0"/>
              <a:t>Kentucky District 3</a:t>
            </a:r>
            <a:br>
              <a:rPr lang="en-US" dirty="0"/>
            </a:br>
            <a:r>
              <a:rPr lang="en-US" dirty="0"/>
              <a:t>Warren County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55F00-5626-933A-49C0-6A5E7F9C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4435" y="5011616"/>
            <a:ext cx="9144000" cy="738554"/>
          </a:xfrm>
        </p:spPr>
        <p:txBody>
          <a:bodyPr/>
          <a:lstStyle/>
          <a:p>
            <a:r>
              <a:rPr lang="en-US" dirty="0"/>
              <a:t>Operations Training 2026.10.10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8ECC9B-459B-D339-2DB0-F4D322EC5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676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1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86A0-EE7E-E1B1-1AA9-C9E24CE4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293B-E589-8E12-C45B-79658584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OP 6.0.10</a:t>
            </a:r>
          </a:p>
          <a:p>
            <a:pPr lvl="0"/>
            <a:r>
              <a:rPr lang="en-US" dirty="0"/>
              <a:t>OP 6.0.11</a:t>
            </a:r>
          </a:p>
          <a:p>
            <a:pPr lvl="0"/>
            <a:r>
              <a:rPr lang="en-US" dirty="0"/>
              <a:t>OP 6.0.14</a:t>
            </a:r>
          </a:p>
          <a:p>
            <a:pPr lvl="0"/>
            <a:r>
              <a:rPr lang="en-US" dirty="0"/>
              <a:t>OP 6.0.17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DC318-B90C-4006-1569-55B687C0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DCC19-E8E2-8995-FC8A-709B4A26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6F79-3BE7-7A6D-CD72-4E72E40F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73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Kentucky District 3 Warren County</vt:lpstr>
      <vt:lpstr>Specifics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Butts</dc:creator>
  <cp:lastModifiedBy>Nathaniel Butts</cp:lastModifiedBy>
  <cp:revision>4</cp:revision>
  <dcterms:created xsi:type="dcterms:W3CDTF">2026-08-11T18:14:18Z</dcterms:created>
  <dcterms:modified xsi:type="dcterms:W3CDTF">2026-10-09T14:15:17Z</dcterms:modified>
</cp:coreProperties>
</file>