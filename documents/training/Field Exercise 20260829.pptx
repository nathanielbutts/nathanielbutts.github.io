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261" r:id="rId4"/>
    <p:sldId id="257" r:id="rId5"/>
    <p:sldId id="258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202F"/>
    <a:srgbClr val="17365D"/>
    <a:srgbClr val="F4F6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745D4E-9A11-4943-9410-BC0F56B079D9}" v="8" dt="2026-08-17T22:04:00.9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60"/>
  </p:normalViewPr>
  <p:slideViewPr>
    <p:cSldViewPr snapToGrid="0">
      <p:cViewPr varScale="1">
        <p:scale>
          <a:sx n="70" d="100"/>
          <a:sy n="70" d="100"/>
        </p:scale>
        <p:origin x="5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haniel Butts" userId="9a41ef88-45c3-4445-b0a4-fb927c8d3a77" providerId="ADAL" clId="{AC8757C6-A1EC-421F-BD67-EB174F3AADD7}"/>
    <pc:docChg chg="undo custSel addSld delSld modSld sldOrd">
      <pc:chgData name="Nathaniel Butts" userId="9a41ef88-45c3-4445-b0a4-fb927c8d3a77" providerId="ADAL" clId="{AC8757C6-A1EC-421F-BD67-EB174F3AADD7}" dt="2026-08-17T22:12:09.014" v="2621" actId="20577"/>
      <pc:docMkLst>
        <pc:docMk/>
      </pc:docMkLst>
      <pc:sldChg chg="modSp mod">
        <pc:chgData name="Nathaniel Butts" userId="9a41ef88-45c3-4445-b0a4-fb927c8d3a77" providerId="ADAL" clId="{AC8757C6-A1EC-421F-BD67-EB174F3AADD7}" dt="2026-08-17T20:36:57.804" v="389" actId="20577"/>
        <pc:sldMkLst>
          <pc:docMk/>
          <pc:sldMk cId="542415158" sldId="256"/>
        </pc:sldMkLst>
        <pc:spChg chg="mod">
          <ac:chgData name="Nathaniel Butts" userId="9a41ef88-45c3-4445-b0a4-fb927c8d3a77" providerId="ADAL" clId="{AC8757C6-A1EC-421F-BD67-EB174F3AADD7}" dt="2026-08-17T20:36:49.153" v="362" actId="20577"/>
          <ac:spMkLst>
            <pc:docMk/>
            <pc:sldMk cId="542415158" sldId="256"/>
            <ac:spMk id="2" creationId="{8440AC79-18FB-93D3-54F5-DEED549370DD}"/>
          </ac:spMkLst>
        </pc:spChg>
        <pc:spChg chg="mod">
          <ac:chgData name="Nathaniel Butts" userId="9a41ef88-45c3-4445-b0a4-fb927c8d3a77" providerId="ADAL" clId="{AC8757C6-A1EC-421F-BD67-EB174F3AADD7}" dt="2026-08-17T20:36:57.804" v="389" actId="20577"/>
          <ac:spMkLst>
            <pc:docMk/>
            <pc:sldMk cId="542415158" sldId="256"/>
            <ac:spMk id="3" creationId="{D5355F00-5626-933A-49C0-6A5E7F9C0AF7}"/>
          </ac:spMkLst>
        </pc:spChg>
      </pc:sldChg>
      <pc:sldChg chg="addSp delSp modSp new mod modClrScheme chgLayout">
        <pc:chgData name="Nathaniel Butts" userId="9a41ef88-45c3-4445-b0a4-fb927c8d3a77" providerId="ADAL" clId="{AC8757C6-A1EC-421F-BD67-EB174F3AADD7}" dt="2026-08-17T20:35:21.572" v="357" actId="1076"/>
        <pc:sldMkLst>
          <pc:docMk/>
          <pc:sldMk cId="1429562749" sldId="257"/>
        </pc:sldMkLst>
        <pc:spChg chg="del">
          <ac:chgData name="Nathaniel Butts" userId="9a41ef88-45c3-4445-b0a4-fb927c8d3a77" providerId="ADAL" clId="{AC8757C6-A1EC-421F-BD67-EB174F3AADD7}" dt="2026-08-17T20:27:54.400" v="5" actId="478"/>
          <ac:spMkLst>
            <pc:docMk/>
            <pc:sldMk cId="1429562749" sldId="257"/>
            <ac:spMk id="2" creationId="{531497AF-9CBB-6A72-3A77-B91F6A0D8CAA}"/>
          </ac:spMkLst>
        </pc:spChg>
        <pc:spChg chg="del">
          <ac:chgData name="Nathaniel Butts" userId="9a41ef88-45c3-4445-b0a4-fb927c8d3a77" providerId="ADAL" clId="{AC8757C6-A1EC-421F-BD67-EB174F3AADD7}" dt="2026-08-17T20:27:47.559" v="2" actId="478"/>
          <ac:spMkLst>
            <pc:docMk/>
            <pc:sldMk cId="1429562749" sldId="257"/>
            <ac:spMk id="3" creationId="{8EF0B19B-FDAF-0C6D-3416-61BD188E2D1E}"/>
          </ac:spMkLst>
        </pc:spChg>
        <pc:spChg chg="mod ord">
          <ac:chgData name="Nathaniel Butts" userId="9a41ef88-45c3-4445-b0a4-fb927c8d3a77" providerId="ADAL" clId="{AC8757C6-A1EC-421F-BD67-EB174F3AADD7}" dt="2026-08-17T20:29:21.448" v="12" actId="700"/>
          <ac:spMkLst>
            <pc:docMk/>
            <pc:sldMk cId="1429562749" sldId="257"/>
            <ac:spMk id="4" creationId="{AA4F3A7C-BDEE-89A2-B151-2142E5C35272}"/>
          </ac:spMkLst>
        </pc:spChg>
        <pc:spChg chg="mod ord">
          <ac:chgData name="Nathaniel Butts" userId="9a41ef88-45c3-4445-b0a4-fb927c8d3a77" providerId="ADAL" clId="{AC8757C6-A1EC-421F-BD67-EB174F3AADD7}" dt="2026-08-17T20:29:21.448" v="12" actId="700"/>
          <ac:spMkLst>
            <pc:docMk/>
            <pc:sldMk cId="1429562749" sldId="257"/>
            <ac:spMk id="5" creationId="{CB074685-1A59-20A9-E7C0-DC7966E1B987}"/>
          </ac:spMkLst>
        </pc:spChg>
        <pc:spChg chg="mod ord">
          <ac:chgData name="Nathaniel Butts" userId="9a41ef88-45c3-4445-b0a4-fb927c8d3a77" providerId="ADAL" clId="{AC8757C6-A1EC-421F-BD67-EB174F3AADD7}" dt="2026-08-17T20:29:21.448" v="12" actId="700"/>
          <ac:spMkLst>
            <pc:docMk/>
            <pc:sldMk cId="1429562749" sldId="257"/>
            <ac:spMk id="6" creationId="{4C7B0A00-4ABB-21FC-EA7E-2099DBA4F6A7}"/>
          </ac:spMkLst>
        </pc:spChg>
        <pc:spChg chg="mod">
          <ac:chgData name="Nathaniel Butts" userId="9a41ef88-45c3-4445-b0a4-fb927c8d3a77" providerId="ADAL" clId="{AC8757C6-A1EC-421F-BD67-EB174F3AADD7}" dt="2026-08-17T20:27:48.036" v="3"/>
          <ac:spMkLst>
            <pc:docMk/>
            <pc:sldMk cId="1429562749" sldId="257"/>
            <ac:spMk id="9" creationId="{53DFB45A-793E-4C1C-5ACD-0E63F3BCA5F6}"/>
          </ac:spMkLst>
        </pc:spChg>
        <pc:spChg chg="mod">
          <ac:chgData name="Nathaniel Butts" userId="9a41ef88-45c3-4445-b0a4-fb927c8d3a77" providerId="ADAL" clId="{AC8757C6-A1EC-421F-BD67-EB174F3AADD7}" dt="2026-08-17T20:27:48.036" v="3"/>
          <ac:spMkLst>
            <pc:docMk/>
            <pc:sldMk cId="1429562749" sldId="257"/>
            <ac:spMk id="10" creationId="{C0E64886-939D-3900-F9E5-6E13205C36B9}"/>
          </ac:spMkLst>
        </pc:spChg>
        <pc:spChg chg="mod">
          <ac:chgData name="Nathaniel Butts" userId="9a41ef88-45c3-4445-b0a4-fb927c8d3a77" providerId="ADAL" clId="{AC8757C6-A1EC-421F-BD67-EB174F3AADD7}" dt="2026-08-17T20:27:48.036" v="3"/>
          <ac:spMkLst>
            <pc:docMk/>
            <pc:sldMk cId="1429562749" sldId="257"/>
            <ac:spMk id="11" creationId="{0ABE20BB-AC93-ED4C-5331-FFEC6F2FCF0D}"/>
          </ac:spMkLst>
        </pc:spChg>
        <pc:spChg chg="mod">
          <ac:chgData name="Nathaniel Butts" userId="9a41ef88-45c3-4445-b0a4-fb927c8d3a77" providerId="ADAL" clId="{AC8757C6-A1EC-421F-BD67-EB174F3AADD7}" dt="2026-08-17T20:27:48.036" v="3"/>
          <ac:spMkLst>
            <pc:docMk/>
            <pc:sldMk cId="1429562749" sldId="257"/>
            <ac:spMk id="12" creationId="{87392426-45CF-1D28-9BA5-B0A5BDDB19FB}"/>
          </ac:spMkLst>
        </pc:spChg>
        <pc:spChg chg="mod">
          <ac:chgData name="Nathaniel Butts" userId="9a41ef88-45c3-4445-b0a4-fb927c8d3a77" providerId="ADAL" clId="{AC8757C6-A1EC-421F-BD67-EB174F3AADD7}" dt="2026-08-17T20:27:48.036" v="3"/>
          <ac:spMkLst>
            <pc:docMk/>
            <pc:sldMk cId="1429562749" sldId="257"/>
            <ac:spMk id="13" creationId="{F297F4EA-91B3-9E07-47CA-E63831D5FC13}"/>
          </ac:spMkLst>
        </pc:spChg>
        <pc:spChg chg="mod">
          <ac:chgData name="Nathaniel Butts" userId="9a41ef88-45c3-4445-b0a4-fb927c8d3a77" providerId="ADAL" clId="{AC8757C6-A1EC-421F-BD67-EB174F3AADD7}" dt="2026-08-17T20:27:48.036" v="3"/>
          <ac:spMkLst>
            <pc:docMk/>
            <pc:sldMk cId="1429562749" sldId="257"/>
            <ac:spMk id="14" creationId="{33EC2335-AED7-B8FE-A5D7-75AFE9BF257B}"/>
          </ac:spMkLst>
        </pc:spChg>
        <pc:spChg chg="mod">
          <ac:chgData name="Nathaniel Butts" userId="9a41ef88-45c3-4445-b0a4-fb927c8d3a77" providerId="ADAL" clId="{AC8757C6-A1EC-421F-BD67-EB174F3AADD7}" dt="2026-08-17T20:28:36.662" v="8"/>
          <ac:spMkLst>
            <pc:docMk/>
            <pc:sldMk cId="1429562749" sldId="257"/>
            <ac:spMk id="17" creationId="{294F8903-3CE4-412C-6B3D-6DA8B622840B}"/>
          </ac:spMkLst>
        </pc:spChg>
        <pc:spChg chg="mod">
          <ac:chgData name="Nathaniel Butts" userId="9a41ef88-45c3-4445-b0a4-fb927c8d3a77" providerId="ADAL" clId="{AC8757C6-A1EC-421F-BD67-EB174F3AADD7}" dt="2026-08-17T20:28:36.662" v="8"/>
          <ac:spMkLst>
            <pc:docMk/>
            <pc:sldMk cId="1429562749" sldId="257"/>
            <ac:spMk id="18" creationId="{26F3507A-44E9-28F8-F59E-37AB69891D05}"/>
          </ac:spMkLst>
        </pc:spChg>
        <pc:spChg chg="mod">
          <ac:chgData name="Nathaniel Butts" userId="9a41ef88-45c3-4445-b0a4-fb927c8d3a77" providerId="ADAL" clId="{AC8757C6-A1EC-421F-BD67-EB174F3AADD7}" dt="2026-08-17T20:30:41.597" v="56" actId="20577"/>
          <ac:spMkLst>
            <pc:docMk/>
            <pc:sldMk cId="1429562749" sldId="257"/>
            <ac:spMk id="19" creationId="{2D3AC55E-A922-2C41-04A2-C334F3A2F936}"/>
          </ac:spMkLst>
        </pc:spChg>
        <pc:spChg chg="mod">
          <ac:chgData name="Nathaniel Butts" userId="9a41ef88-45c3-4445-b0a4-fb927c8d3a77" providerId="ADAL" clId="{AC8757C6-A1EC-421F-BD67-EB174F3AADD7}" dt="2026-08-17T20:28:36.662" v="8"/>
          <ac:spMkLst>
            <pc:docMk/>
            <pc:sldMk cId="1429562749" sldId="257"/>
            <ac:spMk id="20" creationId="{E071FFF9-8E5A-F834-14B9-EEC73AC65A33}"/>
          </ac:spMkLst>
        </pc:spChg>
        <pc:spChg chg="mod">
          <ac:chgData name="Nathaniel Butts" userId="9a41ef88-45c3-4445-b0a4-fb927c8d3a77" providerId="ADAL" clId="{AC8757C6-A1EC-421F-BD67-EB174F3AADD7}" dt="2026-08-17T20:28:36.662" v="8"/>
          <ac:spMkLst>
            <pc:docMk/>
            <pc:sldMk cId="1429562749" sldId="257"/>
            <ac:spMk id="21" creationId="{09576CD8-D74B-9E2C-32AD-E9570F05C94B}"/>
          </ac:spMkLst>
        </pc:spChg>
        <pc:spChg chg="mod">
          <ac:chgData name="Nathaniel Butts" userId="9a41ef88-45c3-4445-b0a4-fb927c8d3a77" providerId="ADAL" clId="{AC8757C6-A1EC-421F-BD67-EB174F3AADD7}" dt="2026-08-17T20:28:36.662" v="8"/>
          <ac:spMkLst>
            <pc:docMk/>
            <pc:sldMk cId="1429562749" sldId="257"/>
            <ac:spMk id="22" creationId="{D2232BD5-7DA8-BECB-3B1A-3C0E45F78973}"/>
          </ac:spMkLst>
        </pc:spChg>
        <pc:spChg chg="add mod ord">
          <ac:chgData name="Nathaniel Butts" userId="9a41ef88-45c3-4445-b0a4-fb927c8d3a77" providerId="ADAL" clId="{AC8757C6-A1EC-421F-BD67-EB174F3AADD7}" dt="2026-08-17T20:30:21.896" v="45" actId="27636"/>
          <ac:spMkLst>
            <pc:docMk/>
            <pc:sldMk cId="1429562749" sldId="257"/>
            <ac:spMk id="23" creationId="{63D91324-40C6-41B0-8020-EA2D892C2D05}"/>
          </ac:spMkLst>
        </pc:spChg>
        <pc:spChg chg="add del mod ord">
          <ac:chgData name="Nathaniel Butts" userId="9a41ef88-45c3-4445-b0a4-fb927c8d3a77" providerId="ADAL" clId="{AC8757C6-A1EC-421F-BD67-EB174F3AADD7}" dt="2026-08-17T20:29:27.306" v="13" actId="478"/>
          <ac:spMkLst>
            <pc:docMk/>
            <pc:sldMk cId="1429562749" sldId="257"/>
            <ac:spMk id="24" creationId="{307E447B-136D-89F5-DAF5-CE51B0010E57}"/>
          </ac:spMkLst>
        </pc:spChg>
        <pc:spChg chg="add mod">
          <ac:chgData name="Nathaniel Butts" userId="9a41ef88-45c3-4445-b0a4-fb927c8d3a77" providerId="ADAL" clId="{AC8757C6-A1EC-421F-BD67-EB174F3AADD7}" dt="2026-08-17T20:31:13.391" v="74" actId="164"/>
          <ac:spMkLst>
            <pc:docMk/>
            <pc:sldMk cId="1429562749" sldId="257"/>
            <ac:spMk id="26" creationId="{CA5352C6-D3A5-3732-B8F7-32F1E0F05AB0}"/>
          </ac:spMkLst>
        </pc:spChg>
        <pc:spChg chg="add mod">
          <ac:chgData name="Nathaniel Butts" userId="9a41ef88-45c3-4445-b0a4-fb927c8d3a77" providerId="ADAL" clId="{AC8757C6-A1EC-421F-BD67-EB174F3AADD7}" dt="2026-08-17T20:35:21.572" v="357" actId="1076"/>
          <ac:spMkLst>
            <pc:docMk/>
            <pc:sldMk cId="1429562749" sldId="257"/>
            <ac:spMk id="28" creationId="{77360D86-2859-4110-5617-643DF9CF8C91}"/>
          </ac:spMkLst>
        </pc:spChg>
        <pc:grpChg chg="add del mod">
          <ac:chgData name="Nathaniel Butts" userId="9a41ef88-45c3-4445-b0a4-fb927c8d3a77" providerId="ADAL" clId="{AC8757C6-A1EC-421F-BD67-EB174F3AADD7}" dt="2026-08-17T20:28:29.039" v="7" actId="478"/>
          <ac:grpSpMkLst>
            <pc:docMk/>
            <pc:sldMk cId="1429562749" sldId="257"/>
            <ac:grpSpMk id="7" creationId="{8AA1D1D9-5CB2-B1CE-8091-686817F46376}"/>
          </ac:grpSpMkLst>
        </pc:grpChg>
        <pc:grpChg chg="add mod">
          <ac:chgData name="Nathaniel Butts" userId="9a41ef88-45c3-4445-b0a4-fb927c8d3a77" providerId="ADAL" clId="{AC8757C6-A1EC-421F-BD67-EB174F3AADD7}" dt="2026-08-17T20:31:13.391" v="74" actId="164"/>
          <ac:grpSpMkLst>
            <pc:docMk/>
            <pc:sldMk cId="1429562749" sldId="257"/>
            <ac:grpSpMk id="15" creationId="{91EB5552-AE1F-90F2-7099-CDBC4A600F9E}"/>
          </ac:grpSpMkLst>
        </pc:grpChg>
        <pc:grpChg chg="add mod">
          <ac:chgData name="Nathaniel Butts" userId="9a41ef88-45c3-4445-b0a4-fb927c8d3a77" providerId="ADAL" clId="{AC8757C6-A1EC-421F-BD67-EB174F3AADD7}" dt="2026-08-17T20:31:17.137" v="75" actId="1076"/>
          <ac:grpSpMkLst>
            <pc:docMk/>
            <pc:sldMk cId="1429562749" sldId="257"/>
            <ac:grpSpMk id="27" creationId="{EDD0A38C-7341-6EE2-C1A0-2656B797F0E8}"/>
          </ac:grpSpMkLst>
        </pc:grpChg>
        <pc:picChg chg="mod">
          <ac:chgData name="Nathaniel Butts" userId="9a41ef88-45c3-4445-b0a4-fb927c8d3a77" providerId="ADAL" clId="{AC8757C6-A1EC-421F-BD67-EB174F3AADD7}" dt="2026-08-17T20:27:48.036" v="3"/>
          <ac:picMkLst>
            <pc:docMk/>
            <pc:sldMk cId="1429562749" sldId="257"/>
            <ac:picMk id="8" creationId="{0050A9BF-516F-6A4D-C9A9-E2D0E5473440}"/>
          </ac:picMkLst>
        </pc:picChg>
        <pc:picChg chg="mod">
          <ac:chgData name="Nathaniel Butts" userId="9a41ef88-45c3-4445-b0a4-fb927c8d3a77" providerId="ADAL" clId="{AC8757C6-A1EC-421F-BD67-EB174F3AADD7}" dt="2026-08-17T20:28:36.662" v="8"/>
          <ac:picMkLst>
            <pc:docMk/>
            <pc:sldMk cId="1429562749" sldId="257"/>
            <ac:picMk id="16" creationId="{0E12F28E-120B-06F3-6404-22DB6AF59024}"/>
          </ac:picMkLst>
        </pc:picChg>
      </pc:sldChg>
      <pc:sldChg chg="del">
        <pc:chgData name="Nathaniel Butts" userId="9a41ef88-45c3-4445-b0a4-fb927c8d3a77" providerId="ADAL" clId="{AC8757C6-A1EC-421F-BD67-EB174F3AADD7}" dt="2026-08-17T20:27:39.952" v="0" actId="2696"/>
        <pc:sldMkLst>
          <pc:docMk/>
          <pc:sldMk cId="2451642418" sldId="257"/>
        </pc:sldMkLst>
      </pc:sldChg>
      <pc:sldChg chg="del">
        <pc:chgData name="Nathaniel Butts" userId="9a41ef88-45c3-4445-b0a4-fb927c8d3a77" providerId="ADAL" clId="{AC8757C6-A1EC-421F-BD67-EB174F3AADD7}" dt="2026-08-17T20:27:39.952" v="0" actId="2696"/>
        <pc:sldMkLst>
          <pc:docMk/>
          <pc:sldMk cId="9556318" sldId="258"/>
        </pc:sldMkLst>
      </pc:sldChg>
      <pc:sldChg chg="addSp delSp modSp new mod modClrScheme chgLayout">
        <pc:chgData name="Nathaniel Butts" userId="9a41ef88-45c3-4445-b0a4-fb927c8d3a77" providerId="ADAL" clId="{AC8757C6-A1EC-421F-BD67-EB174F3AADD7}" dt="2026-08-17T22:12:09.014" v="2621" actId="20577"/>
        <pc:sldMkLst>
          <pc:docMk/>
          <pc:sldMk cId="3988752767" sldId="258"/>
        </pc:sldMkLst>
        <pc:spChg chg="del mod ord">
          <ac:chgData name="Nathaniel Butts" userId="9a41ef88-45c3-4445-b0a4-fb927c8d3a77" providerId="ADAL" clId="{AC8757C6-A1EC-421F-BD67-EB174F3AADD7}" dt="2026-08-17T20:37:35.878" v="391" actId="700"/>
          <ac:spMkLst>
            <pc:docMk/>
            <pc:sldMk cId="3988752767" sldId="258"/>
            <ac:spMk id="2" creationId="{6A87537C-4D68-0DBE-D4BE-D18454544AE6}"/>
          </ac:spMkLst>
        </pc:spChg>
        <pc:spChg chg="del mod ord">
          <ac:chgData name="Nathaniel Butts" userId="9a41ef88-45c3-4445-b0a4-fb927c8d3a77" providerId="ADAL" clId="{AC8757C6-A1EC-421F-BD67-EB174F3AADD7}" dt="2026-08-17T20:37:35.878" v="391" actId="700"/>
          <ac:spMkLst>
            <pc:docMk/>
            <pc:sldMk cId="3988752767" sldId="258"/>
            <ac:spMk id="3" creationId="{88DB3236-2B30-53C4-92F6-2A86EEDBED0A}"/>
          </ac:spMkLst>
        </pc:spChg>
        <pc:spChg chg="mod ord">
          <ac:chgData name="Nathaniel Butts" userId="9a41ef88-45c3-4445-b0a4-fb927c8d3a77" providerId="ADAL" clId="{AC8757C6-A1EC-421F-BD67-EB174F3AADD7}" dt="2026-08-17T20:37:35.878" v="391" actId="700"/>
          <ac:spMkLst>
            <pc:docMk/>
            <pc:sldMk cId="3988752767" sldId="258"/>
            <ac:spMk id="4" creationId="{AEED7B9B-F413-EEE4-7EB6-9FA1F8EA63F5}"/>
          </ac:spMkLst>
        </pc:spChg>
        <pc:spChg chg="mod ord">
          <ac:chgData name="Nathaniel Butts" userId="9a41ef88-45c3-4445-b0a4-fb927c8d3a77" providerId="ADAL" clId="{AC8757C6-A1EC-421F-BD67-EB174F3AADD7}" dt="2026-08-17T20:37:35.878" v="391" actId="700"/>
          <ac:spMkLst>
            <pc:docMk/>
            <pc:sldMk cId="3988752767" sldId="258"/>
            <ac:spMk id="5" creationId="{CC43A856-C0B8-07B0-CF3A-BAB31FD9F1EF}"/>
          </ac:spMkLst>
        </pc:spChg>
        <pc:spChg chg="mod ord">
          <ac:chgData name="Nathaniel Butts" userId="9a41ef88-45c3-4445-b0a4-fb927c8d3a77" providerId="ADAL" clId="{AC8757C6-A1EC-421F-BD67-EB174F3AADD7}" dt="2026-08-17T20:37:35.878" v="391" actId="700"/>
          <ac:spMkLst>
            <pc:docMk/>
            <pc:sldMk cId="3988752767" sldId="258"/>
            <ac:spMk id="6" creationId="{DF2DE730-5968-EA42-31AC-75BB86144069}"/>
          </ac:spMkLst>
        </pc:spChg>
        <pc:spChg chg="add mod ord">
          <ac:chgData name="Nathaniel Butts" userId="9a41ef88-45c3-4445-b0a4-fb927c8d3a77" providerId="ADAL" clId="{AC8757C6-A1EC-421F-BD67-EB174F3AADD7}" dt="2026-08-17T20:41:51.366" v="600" actId="20577"/>
          <ac:spMkLst>
            <pc:docMk/>
            <pc:sldMk cId="3988752767" sldId="258"/>
            <ac:spMk id="7" creationId="{FE4E429D-8D3F-7623-0068-520028958591}"/>
          </ac:spMkLst>
        </pc:spChg>
        <pc:spChg chg="add mod ord">
          <ac:chgData name="Nathaniel Butts" userId="9a41ef88-45c3-4445-b0a4-fb927c8d3a77" providerId="ADAL" clId="{AC8757C6-A1EC-421F-BD67-EB174F3AADD7}" dt="2026-08-17T22:12:09.014" v="2621" actId="20577"/>
          <ac:spMkLst>
            <pc:docMk/>
            <pc:sldMk cId="3988752767" sldId="258"/>
            <ac:spMk id="8" creationId="{5A389A0B-74FF-5F41-5EE1-A60C9B34DEB6}"/>
          </ac:spMkLst>
        </pc:spChg>
      </pc:sldChg>
      <pc:sldChg chg="modSp new mod ord">
        <pc:chgData name="Nathaniel Butts" userId="9a41ef88-45c3-4445-b0a4-fb927c8d3a77" providerId="ADAL" clId="{AC8757C6-A1EC-421F-BD67-EB174F3AADD7}" dt="2026-08-17T20:41:39.305" v="591" actId="20577"/>
        <pc:sldMkLst>
          <pc:docMk/>
          <pc:sldMk cId="1662073420" sldId="259"/>
        </pc:sldMkLst>
        <pc:spChg chg="mod">
          <ac:chgData name="Nathaniel Butts" userId="9a41ef88-45c3-4445-b0a4-fb927c8d3a77" providerId="ADAL" clId="{AC8757C6-A1EC-421F-BD67-EB174F3AADD7}" dt="2026-08-17T20:37:55.752" v="403" actId="20577"/>
          <ac:spMkLst>
            <pc:docMk/>
            <pc:sldMk cId="1662073420" sldId="259"/>
            <ac:spMk id="2" creationId="{7E8B86A0-EE7E-E1B1-1AA9-C9E24CE4FF52}"/>
          </ac:spMkLst>
        </pc:spChg>
        <pc:spChg chg="mod">
          <ac:chgData name="Nathaniel Butts" userId="9a41ef88-45c3-4445-b0a4-fb927c8d3a77" providerId="ADAL" clId="{AC8757C6-A1EC-421F-BD67-EB174F3AADD7}" dt="2026-08-17T20:41:39.305" v="591" actId="20577"/>
          <ac:spMkLst>
            <pc:docMk/>
            <pc:sldMk cId="1662073420" sldId="259"/>
            <ac:spMk id="3" creationId="{B341293B-E589-8E12-C45B-796585848957}"/>
          </ac:spMkLst>
        </pc:spChg>
      </pc:sldChg>
      <pc:sldChg chg="del">
        <pc:chgData name="Nathaniel Butts" userId="9a41ef88-45c3-4445-b0a4-fb927c8d3a77" providerId="ADAL" clId="{AC8757C6-A1EC-421F-BD67-EB174F3AADD7}" dt="2026-08-17T20:27:39.952" v="0" actId="2696"/>
        <pc:sldMkLst>
          <pc:docMk/>
          <pc:sldMk cId="3801234839" sldId="259"/>
        </pc:sldMkLst>
      </pc:sldChg>
      <pc:sldChg chg="modSp new mod">
        <pc:chgData name="Nathaniel Butts" userId="9a41ef88-45c3-4445-b0a4-fb927c8d3a77" providerId="ADAL" clId="{AC8757C6-A1EC-421F-BD67-EB174F3AADD7}" dt="2026-08-17T22:02:26.885" v="1835" actId="20577"/>
        <pc:sldMkLst>
          <pc:docMk/>
          <pc:sldMk cId="1324437453" sldId="260"/>
        </pc:sldMkLst>
        <pc:spChg chg="mod">
          <ac:chgData name="Nathaniel Butts" userId="9a41ef88-45c3-4445-b0a4-fb927c8d3a77" providerId="ADAL" clId="{AC8757C6-A1EC-421F-BD67-EB174F3AADD7}" dt="2026-08-17T21:49:36.041" v="978" actId="20577"/>
          <ac:spMkLst>
            <pc:docMk/>
            <pc:sldMk cId="1324437453" sldId="260"/>
            <ac:spMk id="2" creationId="{5B46BF9F-7D76-6DEB-3F52-7F5E9962BFD1}"/>
          </ac:spMkLst>
        </pc:spChg>
        <pc:spChg chg="mod">
          <ac:chgData name="Nathaniel Butts" userId="9a41ef88-45c3-4445-b0a4-fb927c8d3a77" providerId="ADAL" clId="{AC8757C6-A1EC-421F-BD67-EB174F3AADD7}" dt="2026-08-17T22:02:26.885" v="1835" actId="20577"/>
          <ac:spMkLst>
            <pc:docMk/>
            <pc:sldMk cId="1324437453" sldId="260"/>
            <ac:spMk id="3" creationId="{DEB1F68F-2802-53D5-60A4-FF35E13F03EC}"/>
          </ac:spMkLst>
        </pc:spChg>
      </pc:sldChg>
      <pc:sldChg chg="del">
        <pc:chgData name="Nathaniel Butts" userId="9a41ef88-45c3-4445-b0a4-fb927c8d3a77" providerId="ADAL" clId="{AC8757C6-A1EC-421F-BD67-EB174F3AADD7}" dt="2026-08-17T20:27:39.952" v="0" actId="2696"/>
        <pc:sldMkLst>
          <pc:docMk/>
          <pc:sldMk cId="2152379357" sldId="260"/>
        </pc:sldMkLst>
      </pc:sldChg>
      <pc:sldChg chg="del">
        <pc:chgData name="Nathaniel Butts" userId="9a41ef88-45c3-4445-b0a4-fb927c8d3a77" providerId="ADAL" clId="{AC8757C6-A1EC-421F-BD67-EB174F3AADD7}" dt="2026-08-17T20:27:39.952" v="0" actId="2696"/>
        <pc:sldMkLst>
          <pc:docMk/>
          <pc:sldMk cId="390016356" sldId="261"/>
        </pc:sldMkLst>
      </pc:sldChg>
      <pc:sldChg chg="addSp delSp modSp new mod">
        <pc:chgData name="Nathaniel Butts" userId="9a41ef88-45c3-4445-b0a4-fb927c8d3a77" providerId="ADAL" clId="{AC8757C6-A1EC-421F-BD67-EB174F3AADD7}" dt="2026-08-17T22:11:56.371" v="2613" actId="20577"/>
        <pc:sldMkLst>
          <pc:docMk/>
          <pc:sldMk cId="594540236" sldId="261"/>
        </pc:sldMkLst>
        <pc:spChg chg="mod">
          <ac:chgData name="Nathaniel Butts" userId="9a41ef88-45c3-4445-b0a4-fb927c8d3a77" providerId="ADAL" clId="{AC8757C6-A1EC-421F-BD67-EB174F3AADD7}" dt="2026-08-17T22:03:04.507" v="1842" actId="20577"/>
          <ac:spMkLst>
            <pc:docMk/>
            <pc:sldMk cId="594540236" sldId="261"/>
            <ac:spMk id="2" creationId="{5D2EDBAA-6368-9655-3913-A69DA4BC3224}"/>
          </ac:spMkLst>
        </pc:spChg>
        <pc:spChg chg="mod">
          <ac:chgData name="Nathaniel Butts" userId="9a41ef88-45c3-4445-b0a4-fb927c8d3a77" providerId="ADAL" clId="{AC8757C6-A1EC-421F-BD67-EB174F3AADD7}" dt="2026-08-17T22:11:56.371" v="2613" actId="20577"/>
          <ac:spMkLst>
            <pc:docMk/>
            <pc:sldMk cId="594540236" sldId="261"/>
            <ac:spMk id="3" creationId="{AD0756AB-B473-43E1-CC88-478025835494}"/>
          </ac:spMkLst>
        </pc:spChg>
        <pc:spChg chg="del mod topLvl">
          <ac:chgData name="Nathaniel Butts" userId="9a41ef88-45c3-4445-b0a4-fb927c8d3a77" providerId="ADAL" clId="{AC8757C6-A1EC-421F-BD67-EB174F3AADD7}" dt="2026-08-17T22:04:11" v="1903" actId="478"/>
          <ac:spMkLst>
            <pc:docMk/>
            <pc:sldMk cId="594540236" sldId="261"/>
            <ac:spMk id="9" creationId="{3083D155-5392-F88E-2C63-29CBD04E92FB}"/>
          </ac:spMkLst>
        </pc:spChg>
        <pc:spChg chg="del mod topLvl">
          <ac:chgData name="Nathaniel Butts" userId="9a41ef88-45c3-4445-b0a4-fb927c8d3a77" providerId="ADAL" clId="{AC8757C6-A1EC-421F-BD67-EB174F3AADD7}" dt="2026-08-17T22:04:05.757" v="1902" actId="478"/>
          <ac:spMkLst>
            <pc:docMk/>
            <pc:sldMk cId="594540236" sldId="261"/>
            <ac:spMk id="11" creationId="{C74EB69E-2EED-1275-B2B8-39984E3F09CE}"/>
          </ac:spMkLst>
        </pc:spChg>
        <pc:spChg chg="del mod topLvl">
          <ac:chgData name="Nathaniel Butts" userId="9a41ef88-45c3-4445-b0a4-fb927c8d3a77" providerId="ADAL" clId="{AC8757C6-A1EC-421F-BD67-EB174F3AADD7}" dt="2026-08-17T22:04:05.757" v="1902" actId="478"/>
          <ac:spMkLst>
            <pc:docMk/>
            <pc:sldMk cId="594540236" sldId="261"/>
            <ac:spMk id="12" creationId="{CA25A9D8-B5ED-B675-4755-B8918668B121}"/>
          </ac:spMkLst>
        </pc:spChg>
        <pc:spChg chg="del mod topLvl">
          <ac:chgData name="Nathaniel Butts" userId="9a41ef88-45c3-4445-b0a4-fb927c8d3a77" providerId="ADAL" clId="{AC8757C6-A1EC-421F-BD67-EB174F3AADD7}" dt="2026-08-17T22:04:05.757" v="1902" actId="478"/>
          <ac:spMkLst>
            <pc:docMk/>
            <pc:sldMk cId="594540236" sldId="261"/>
            <ac:spMk id="13" creationId="{0757A6E4-0F4B-425D-BCFC-2CA0781D9780}"/>
          </ac:spMkLst>
        </pc:spChg>
        <pc:spChg chg="del mod topLvl">
          <ac:chgData name="Nathaniel Butts" userId="9a41ef88-45c3-4445-b0a4-fb927c8d3a77" providerId="ADAL" clId="{AC8757C6-A1EC-421F-BD67-EB174F3AADD7}" dt="2026-08-17T22:04:05.757" v="1902" actId="478"/>
          <ac:spMkLst>
            <pc:docMk/>
            <pc:sldMk cId="594540236" sldId="261"/>
            <ac:spMk id="14" creationId="{00D87796-3E56-41F7-C028-D6E763F0393F}"/>
          </ac:spMkLst>
        </pc:spChg>
        <pc:spChg chg="del mod topLvl">
          <ac:chgData name="Nathaniel Butts" userId="9a41ef88-45c3-4445-b0a4-fb927c8d3a77" providerId="ADAL" clId="{AC8757C6-A1EC-421F-BD67-EB174F3AADD7}" dt="2026-08-17T22:04:05.757" v="1902" actId="478"/>
          <ac:spMkLst>
            <pc:docMk/>
            <pc:sldMk cId="594540236" sldId="261"/>
            <ac:spMk id="15" creationId="{BE560245-45FA-69DA-684D-52162AE4E944}"/>
          </ac:spMkLst>
        </pc:spChg>
        <pc:spChg chg="del mod topLvl">
          <ac:chgData name="Nathaniel Butts" userId="9a41ef88-45c3-4445-b0a4-fb927c8d3a77" providerId="ADAL" clId="{AC8757C6-A1EC-421F-BD67-EB174F3AADD7}" dt="2026-08-17T22:04:05.757" v="1902" actId="478"/>
          <ac:spMkLst>
            <pc:docMk/>
            <pc:sldMk cId="594540236" sldId="261"/>
            <ac:spMk id="16" creationId="{9174E726-F80A-97F6-FE9D-441F5459A5C6}"/>
          </ac:spMkLst>
        </pc:spChg>
        <pc:grpChg chg="add del mod">
          <ac:chgData name="Nathaniel Butts" userId="9a41ef88-45c3-4445-b0a4-fb927c8d3a77" providerId="ADAL" clId="{AC8757C6-A1EC-421F-BD67-EB174F3AADD7}" dt="2026-08-17T22:03:56.662" v="1900" actId="165"/>
          <ac:grpSpMkLst>
            <pc:docMk/>
            <pc:sldMk cId="594540236" sldId="261"/>
            <ac:grpSpMk id="7" creationId="{12B8E264-9D62-E995-9673-77F80747745D}"/>
          </ac:grpSpMkLst>
        </pc:grpChg>
        <pc:grpChg chg="del mod topLvl">
          <ac:chgData name="Nathaniel Butts" userId="9a41ef88-45c3-4445-b0a4-fb927c8d3a77" providerId="ADAL" clId="{AC8757C6-A1EC-421F-BD67-EB174F3AADD7}" dt="2026-08-17T22:04:00.962" v="1901" actId="165"/>
          <ac:grpSpMkLst>
            <pc:docMk/>
            <pc:sldMk cId="594540236" sldId="261"/>
            <ac:grpSpMk id="8" creationId="{5A35E5DA-4E90-F8E5-A051-45AC931C9874}"/>
          </ac:grpSpMkLst>
        </pc:grpChg>
        <pc:picChg chg="mod topLvl">
          <ac:chgData name="Nathaniel Butts" userId="9a41ef88-45c3-4445-b0a4-fb927c8d3a77" providerId="ADAL" clId="{AC8757C6-A1EC-421F-BD67-EB174F3AADD7}" dt="2026-08-17T22:04:00.962" v="1901" actId="165"/>
          <ac:picMkLst>
            <pc:docMk/>
            <pc:sldMk cId="594540236" sldId="261"/>
            <ac:picMk id="10" creationId="{132F5BAD-788D-989B-4985-5E80FC634A9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D9F03B-745E-41AB-A168-70D5E08192EE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D643A9-9A26-4EFE-8DE6-4ED578E92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341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4F646-FC84-9061-7C85-166935F8A3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713EB6-D2DD-FA02-5A01-6E3B374020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63785-952D-7D78-563C-98DC3CC24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AE304-CE36-423D-91FF-82BA3320FEBD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B8B66-68B9-C8AE-A6D5-404C517EE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Warren County KY ARES • KQ4TIV Emergency Coordinator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3FC7B-A062-1CDA-0B26-7464611F1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8407-C0BF-40E8-A3EB-897F5073D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250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266E2-2DAF-285B-FF58-404A2427D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A53B0-5DF7-DF73-DCCF-DB08C6EF9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21753-2C2B-7A92-1A99-4938F96FD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78A38-2B5D-4779-B9CE-BE004153E6C7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36A50-7D77-DE4B-D4E2-E8149A489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Warren County KY ARES • KQ4TIV Emergency Coordinator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BD0C2-1E6F-38EF-4CF7-9E77987A9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8407-C0BF-40E8-A3EB-897F5073D33C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AC775B-657E-76AE-9069-AD9230049E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1444752"/>
            <a:ext cx="3971774" cy="36576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ACBD7B11-C97A-3ECC-F36F-E20D5B434F5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51025" y="119189"/>
            <a:ext cx="1325563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597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82388-1BEC-16BF-529F-60B804044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1DA30-769F-BD2D-38F3-19E702F74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B2C78-489A-5295-3D00-2FFF64B04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E2B33-CB21-4C2E-89ED-ED63058A9EC6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E7D15-98FE-E117-98B9-E25912489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Warren County KY ARES • KQ4TIV Emergency Coordinator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431516-6D25-EB00-4664-4548F4804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8407-C0BF-40E8-A3EB-897F5073D33C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E3EECC-D88A-063D-734B-5C04D8C4D0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1444752"/>
            <a:ext cx="3971774" cy="36576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0664C6B-8A73-3205-5BCA-2436BE1107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51025" y="119189"/>
            <a:ext cx="1325563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562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B5834-7A27-FCF8-470F-C72F5FCCC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32EF4-6E6F-B10D-C32D-CC37499289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884D0B-B3B2-BE0A-FA7B-7F9A9E8281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8871C8-7331-A480-8122-FBA323E25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FF197-3AD3-4025-ADC8-700FD547DC92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5C9E47-F82B-9EE4-4921-18A296B48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Warren County KY ARES • KQ4TIV Emergency Coordinator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7B0A28-BB63-3CA9-EA90-393B12A6D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8407-C0BF-40E8-A3EB-897F5073D33C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A5F7E8F-EC83-FEE6-8BCE-F7AA262A2F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51025" y="119189"/>
            <a:ext cx="1325563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502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20575-6E80-172D-8B60-E010A97E2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ED2500-AD11-71E9-0F95-84334D0ED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26CCF7-1C95-2E4E-7EB1-90078375B9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8855E6-679A-A7B4-898D-ABC9B15B63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4D387E-4B10-0B38-8C4F-DAFDBFD1BB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96A300-9503-09EC-EB89-694C75564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41C8A-434A-4160-9568-4B1A1545093A}" type="datetime1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631ABC-7268-78E9-87D3-02A261570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Warren County KY ARES • KQ4TIV Emergency Coordinator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83ACBA-000F-932B-4435-D840E7001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8407-C0BF-40E8-A3EB-897F5073D33C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0F200616-77F6-4887-2D46-8B964A2F02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51025" y="119189"/>
            <a:ext cx="1325563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772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9AA77-F439-4CF7-FC6D-52959DD0A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6B2FFA-A73C-F791-5F23-D4D115724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040D9-3679-44A3-92D1-D35471DAC33C}" type="datetime1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29F794-C202-C82A-1A53-43AB88452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Warren County KY ARES • KQ4TIV Emergency Coordinator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5223D5-9A98-7D88-F74C-14A4E3F98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8407-C0BF-40E8-A3EB-897F5073D33C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A177C0D-DCFE-437E-16DB-D8376C65F0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51025" y="119189"/>
            <a:ext cx="1325563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594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9E230B-5E35-08B4-66C8-8A2F01136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912EF-3FEB-4DB4-A966-E8C12F815231}" type="datetime1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49C939-F023-3A08-2D15-1BB22B36D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Warren County KY ARES • KQ4TIV Emergency Coordinator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477E19-A4A6-46A7-D4C8-583BD619B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8407-C0BF-40E8-A3EB-897F5073D33C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068EED2-1080-E0F6-85F2-6EB470BAF03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51025" y="119189"/>
            <a:ext cx="1325563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859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A9DB0-2A4F-7CF6-5408-848A2CCBE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FCBE8-6BF8-8B42-DD1B-677A3934C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9F25D-DB6B-7C01-2924-43DF8CD181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68273D-8D0D-70BD-AD97-D0E4BCB93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6E28-1AB1-4670-ACE4-5A2A02BA3305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D0B642-2BE9-0393-FCA6-1582202BC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Warren County KY ARES • KQ4TIV Emergency Coordinator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009BB-70D0-F5EA-8353-5DB9685E2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8407-C0BF-40E8-A3EB-897F5073D33C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27BE8660-9528-130A-AB2B-3CD623525F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51025" y="119189"/>
            <a:ext cx="1325563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12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2C18F-E005-DAA7-7650-F9A47C1F0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E3F0F6-0C77-7F95-AEB4-79CF59C752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FB292B-59FA-0219-187E-0202A42096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F21DE-E8DD-C67C-B92B-AC0DA7B77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8A8F4-EDCA-45D3-9D5E-CB9B9AB4729B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D513A1-6457-F046-8472-F097324C1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Warren County KY ARES • KQ4TIV Emergency Coordinator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65B925-9C14-A7AF-0002-D5D9CF391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8407-C0BF-40E8-A3EB-897F5073D33C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E23B5F2-5D53-8FDF-766D-B310D86DA4C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51025" y="119189"/>
            <a:ext cx="1325563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055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3C092-F894-8C5D-E82A-480325EF1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80DA79-B20E-39A9-3D0A-8DB42B28C3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E81A2-83FF-EB27-DBD0-FE5155335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83CBB-7A0E-4DF9-911F-225601BBD5B8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A7A67-343F-C2C2-830D-56D158488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Warren County KY ARES • KQ4TIV Emergency Coordinator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8B73A-E451-D62E-2901-5C5A4B0DA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8407-C0BF-40E8-A3EB-897F5073D33C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D8037B2-2F40-8DB0-0EAD-7656D9FAAD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51025" y="119189"/>
            <a:ext cx="1325563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240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21252D-B1E7-9359-7BC9-06E51FD1EC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F299DB-37EB-C5FD-9DB6-9E743E1699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BC974-612D-B1FE-2B7D-50A35CE3E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281D5-AC24-4DFA-89F4-58DED020691B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76A14-1AA7-BF98-4DB3-BBF330D86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Warren County KY ARES • KQ4TIV Emergency Coordinator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070CA-652C-7C5B-7EDD-BF063B83B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8407-C0BF-40E8-A3EB-897F5073D33C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3E52BD6-8F55-FB7B-047A-6EF82FD4DE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51025" y="119189"/>
            <a:ext cx="1325563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901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D43A7DE6-2A60-2912-06D6-9D6D88AC5C6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1444752"/>
            <a:ext cx="3971774" cy="36576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25FD3D5-81D7-D283-54A5-9E9A4CD4A404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736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436945-070C-A586-8D3D-96E86640C9D5}"/>
              </a:ext>
            </a:extLst>
          </p:cNvPr>
          <p:cNvSpPr/>
          <p:nvPr userDrawn="1"/>
        </p:nvSpPr>
        <p:spPr>
          <a:xfrm>
            <a:off x="228600" y="0"/>
            <a:ext cx="91440" cy="6858000"/>
          </a:xfrm>
          <a:prstGeom prst="rect">
            <a:avLst/>
          </a:prstGeom>
          <a:solidFill>
            <a:srgbClr val="C820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CFADD6-B95D-3DAE-91B9-E13C27691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F5617-037C-222A-C0B4-AA2191D1F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2C087-D628-91D0-3AD7-CD48B1EB31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78CDE8-FE07-4A17-A2EA-2712F961A403}" type="datetime1">
              <a:rPr lang="en-US" smtClean="0"/>
              <a:t>8/28/2026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09D3C-8121-9FB6-467C-42E179CA10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Warren County KY ARES • KQ4TIV Emergency Coordinator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68236-7ABA-41B3-40F3-15F6F450EF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488407-C0BF-40E8-A3EB-897F5073D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042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0AC79-18FB-93D3-54F5-DEED549370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4435" y="2568698"/>
            <a:ext cx="9144000" cy="2387600"/>
          </a:xfrm>
        </p:spPr>
        <p:txBody>
          <a:bodyPr/>
          <a:lstStyle/>
          <a:p>
            <a:r>
              <a:rPr lang="en-US" dirty="0"/>
              <a:t>Kentucky District 3</a:t>
            </a:r>
            <a:br>
              <a:rPr lang="en-US" dirty="0"/>
            </a:br>
            <a:r>
              <a:rPr lang="en-US" dirty="0"/>
              <a:t>Warren County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355F00-5626-933A-49C0-6A5E7F9C0A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4435" y="5011616"/>
            <a:ext cx="9144000" cy="738554"/>
          </a:xfrm>
        </p:spPr>
        <p:txBody>
          <a:bodyPr/>
          <a:lstStyle/>
          <a:p>
            <a:r>
              <a:rPr lang="en-US" dirty="0"/>
              <a:t>Field Exercise – 8/29/2026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B8ECC9B-459B-D339-2DB0-F4D322EC50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126765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15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B86A0-EE7E-E1B1-1AA9-C9E24CE4F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1293B-E589-8E12-C45B-796585848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8/29/2026</a:t>
            </a:r>
          </a:p>
          <a:p>
            <a:r>
              <a:rPr lang="en-US" dirty="0"/>
              <a:t>Start at 09:30CDT</a:t>
            </a:r>
          </a:p>
          <a:p>
            <a:r>
              <a:rPr lang="en-US" dirty="0"/>
              <a:t>Repeater 1 – 147.165 +0.60MHz</a:t>
            </a:r>
          </a:p>
          <a:p>
            <a:r>
              <a:rPr lang="en-US" dirty="0"/>
              <a:t>Repeater 2 – 143.330 +0.60MHz PL 107.2</a:t>
            </a:r>
          </a:p>
          <a:p>
            <a:r>
              <a:rPr lang="en-US" dirty="0"/>
              <a:t>Simplex 1 – 146.430</a:t>
            </a:r>
          </a:p>
          <a:p>
            <a:r>
              <a:rPr lang="en-US" dirty="0"/>
              <a:t>Simplex 2 – 147.430</a:t>
            </a:r>
          </a:p>
          <a:p>
            <a:r>
              <a:rPr lang="en-US" dirty="0"/>
              <a:t>Using HT Only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DC318-B90C-4006-1569-55B687C09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78A38-2B5D-4779-B9CE-BE004153E6C7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DCC19-E8E2-8995-FC8A-709B4A26D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Warren County KY ARES • KQ4TIV Emergency Coordinator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76F79-3BE7-7A6D-CD72-4E72E40FD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8407-C0BF-40E8-A3EB-897F5073D33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073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EDBAA-6368-9655-3913-A69DA4BC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756AB-B473-43E1-CC88-478025835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1825625"/>
            <a:ext cx="5709007" cy="435133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Most communication will center around Bowling Green.</a:t>
            </a:r>
          </a:p>
          <a:p>
            <a:r>
              <a:rPr lang="en-US" dirty="0"/>
              <a:t>This will test lower power communication distance up to 10 miles from BG with varying terrain types</a:t>
            </a:r>
          </a:p>
          <a:p>
            <a:r>
              <a:rPr lang="en-US" dirty="0"/>
              <a:t>Lower power will simulate extended periods of off-grid communication to an EOC while reserving battery life where possible</a:t>
            </a:r>
          </a:p>
          <a:p>
            <a:r>
              <a:rPr lang="en-US" dirty="0"/>
              <a:t>NCS will use a portable 2m antenna from an elevated position with an HT while field stations will use HT normal antennas</a:t>
            </a:r>
          </a:p>
          <a:p>
            <a:r>
              <a:rPr lang="en-US" dirty="0"/>
              <a:t>Basically, worst case scenario, especially in the first 1-12 hours of activation</a:t>
            </a:r>
          </a:p>
          <a:p>
            <a:r>
              <a:rPr lang="en-US" dirty="0"/>
              <a:t>If Repeater 1 is busy, use Repeater 2</a:t>
            </a:r>
          </a:p>
          <a:p>
            <a:r>
              <a:rPr lang="en-US" dirty="0"/>
              <a:t>If Simplex 1 is busy, use Simplex 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1DBE8-E14A-3EFD-6F0F-B4AD9987E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78A38-2B5D-4779-B9CE-BE004153E6C7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21587-993A-6C50-3B14-FB597FE8B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Warren County KY ARES • KQ4TIV Emergency Coordinator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E8FFE-F745-D4BB-179D-A2E8C666A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8407-C0BF-40E8-A3EB-897F5073D33C}" type="slidenum">
              <a:rPr lang="en-US" smtClean="0"/>
              <a:t>3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32F5BAD-788D-989B-4985-5E80FC634A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786" y="1489753"/>
            <a:ext cx="4520630" cy="4687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540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Vertical Title 22">
            <a:extLst>
              <a:ext uri="{FF2B5EF4-FFF2-40B4-BE49-F238E27FC236}">
                <a16:creationId xmlns:a16="http://schemas.microsoft.com/office/drawing/2014/main" id="{63D91324-40C6-41B0-8020-EA2D892C2D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09756" y="271180"/>
            <a:ext cx="725884" cy="5811838"/>
          </a:xfrm>
        </p:spPr>
        <p:txBody>
          <a:bodyPr vert="vert270">
            <a:normAutofit fontScale="90000"/>
          </a:bodyPr>
          <a:lstStyle/>
          <a:p>
            <a:pPr algn="r"/>
            <a:r>
              <a:rPr lang="en-US" dirty="0"/>
              <a:t>Locations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F3A7C-BDEE-89A2-B151-2142E5C35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78A38-2B5D-4779-B9CE-BE004153E6C7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74685-1A59-20A9-E7C0-DC7966E1B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Warren County KY ARES • KQ4TIV Emergency Coordinator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B0A00-4ABB-21FC-EA7E-2099DBA4F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8407-C0BF-40E8-A3EB-897F5073D33C}" type="slidenum">
              <a:rPr lang="en-US" smtClean="0"/>
              <a:t>4</a:t>
            </a:fld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DD0A38C-7341-6EE2-C1A0-2656B797F0E8}"/>
              </a:ext>
            </a:extLst>
          </p:cNvPr>
          <p:cNvGrpSpPr/>
          <p:nvPr/>
        </p:nvGrpSpPr>
        <p:grpSpPr>
          <a:xfrm>
            <a:off x="1335640" y="65985"/>
            <a:ext cx="6115206" cy="6290365"/>
            <a:chOff x="1792840" y="136525"/>
            <a:chExt cx="6115206" cy="629036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1EB5552-AE1F-90F2-7099-CDBC4A600F9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792840" y="136525"/>
              <a:ext cx="6115206" cy="6290365"/>
              <a:chOff x="3581400" y="218205"/>
              <a:chExt cx="6242777" cy="6421590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0E12F28E-120B-06F3-6404-22DB6AF590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581400" y="218205"/>
                <a:ext cx="6242777" cy="6421590"/>
              </a:xfrm>
              <a:prstGeom prst="rect">
                <a:avLst/>
              </a:prstGeom>
            </p:spPr>
          </p:pic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294F8903-3CE4-412C-6B3D-6DA8B622840B}"/>
                  </a:ext>
                </a:extLst>
              </p:cNvPr>
              <p:cNvSpPr/>
              <p:nvPr/>
            </p:nvSpPr>
            <p:spPr>
              <a:xfrm>
                <a:off x="5033604" y="2853365"/>
                <a:ext cx="1965960" cy="196596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26F3507A-44E9-28F8-F59E-37AB69891D05}"/>
                  </a:ext>
                </a:extLst>
              </p:cNvPr>
              <p:cNvSpPr/>
              <p:nvPr/>
            </p:nvSpPr>
            <p:spPr>
              <a:xfrm>
                <a:off x="4050624" y="1870385"/>
                <a:ext cx="3931920" cy="393192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D3AC55E-A922-2C41-04A2-C334F3A2F936}"/>
                  </a:ext>
                </a:extLst>
              </p:cNvPr>
              <p:cNvSpPr/>
              <p:nvPr/>
            </p:nvSpPr>
            <p:spPr>
              <a:xfrm>
                <a:off x="4556760" y="2092961"/>
                <a:ext cx="274320" cy="27432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rgbClr val="FF0000"/>
                    </a:solidFill>
                  </a:rPr>
                  <a:t>1a</a:t>
                </a:r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E071FFF9-8E5A-F834-14B9-EEC73AC65A33}"/>
                  </a:ext>
                </a:extLst>
              </p:cNvPr>
              <p:cNvSpPr/>
              <p:nvPr/>
            </p:nvSpPr>
            <p:spPr>
              <a:xfrm>
                <a:off x="7574940" y="2643490"/>
                <a:ext cx="274320" cy="27432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rgbClr val="FF0000"/>
                    </a:solidFill>
                  </a:rPr>
                  <a:t>2a</a:t>
                </a:r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9576CD8-D74B-9E2C-32AD-E9570F05C94B}"/>
                  </a:ext>
                </a:extLst>
              </p:cNvPr>
              <p:cNvSpPr/>
              <p:nvPr/>
            </p:nvSpPr>
            <p:spPr>
              <a:xfrm>
                <a:off x="7646060" y="4545005"/>
                <a:ext cx="274320" cy="27432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rgbClr val="FF0000"/>
                    </a:solidFill>
                  </a:rPr>
                  <a:t>3a</a:t>
                </a:r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D2232BD5-7DA8-BECB-3B1A-3C0E45F78973}"/>
                  </a:ext>
                </a:extLst>
              </p:cNvPr>
              <p:cNvSpPr/>
              <p:nvPr/>
            </p:nvSpPr>
            <p:spPr>
              <a:xfrm>
                <a:off x="4112788" y="4512930"/>
                <a:ext cx="274320" cy="27432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rgbClr val="FF0000"/>
                    </a:solidFill>
                  </a:rPr>
                  <a:t>4a</a:t>
                </a:r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A5352C6-D3A5-3732-B8F7-32F1E0F05AB0}"/>
                </a:ext>
              </a:extLst>
            </p:cNvPr>
            <p:cNvSpPr/>
            <p:nvPr/>
          </p:nvSpPr>
          <p:spPr>
            <a:xfrm>
              <a:off x="4038600" y="3546371"/>
              <a:ext cx="268714" cy="268714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50" dirty="0">
                  <a:solidFill>
                    <a:srgbClr val="FF0000"/>
                  </a:solidFill>
                </a:rPr>
                <a:t>NC</a:t>
              </a:r>
              <a:endParaRPr lang="en-US" sz="2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77360D86-2859-4110-5617-643DF9CF8C91}"/>
              </a:ext>
            </a:extLst>
          </p:cNvPr>
          <p:cNvSpPr txBox="1"/>
          <p:nvPr/>
        </p:nvSpPr>
        <p:spPr>
          <a:xfrm>
            <a:off x="7450846" y="775516"/>
            <a:ext cx="465211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NC</a:t>
            </a:r>
          </a:p>
          <a:p>
            <a:r>
              <a:rPr lang="en-US" sz="2200" dirty="0"/>
              <a:t>WKU Parking Structure</a:t>
            </a:r>
          </a:p>
          <a:p>
            <a:endParaRPr lang="en-US" sz="2200" dirty="0"/>
          </a:p>
          <a:p>
            <a:r>
              <a:rPr lang="en-US" sz="2200" dirty="0"/>
              <a:t>1a-</a:t>
            </a:r>
            <a:r>
              <a:rPr lang="en-US" sz="2200" b="1" dirty="0"/>
              <a:t>K4WKU</a:t>
            </a:r>
            <a:r>
              <a:rPr lang="en-US" sz="2200" dirty="0"/>
              <a:t> Highland Church</a:t>
            </a:r>
          </a:p>
          <a:p>
            <a:r>
              <a:rPr lang="en-US" sz="2200" dirty="0"/>
              <a:t>       2500 Highland Church Rd.</a:t>
            </a:r>
          </a:p>
          <a:p>
            <a:endParaRPr lang="en-US" sz="2200" dirty="0"/>
          </a:p>
          <a:p>
            <a:r>
              <a:rPr lang="en-US" sz="2200" dirty="0"/>
              <a:t>2a-</a:t>
            </a:r>
            <a:r>
              <a:rPr lang="en-US" sz="2200" b="1" dirty="0"/>
              <a:t>KY4JPS </a:t>
            </a:r>
            <a:r>
              <a:rPr lang="en-US" sz="2200" dirty="0"/>
              <a:t>Otter Creek Church</a:t>
            </a:r>
          </a:p>
          <a:p>
            <a:r>
              <a:rPr lang="en-US" sz="2200" dirty="0"/>
              <a:t>       299 Otter Gap Rd</a:t>
            </a:r>
          </a:p>
          <a:p>
            <a:endParaRPr lang="en-US" sz="2200" dirty="0"/>
          </a:p>
          <a:p>
            <a:r>
              <a:rPr lang="en-US" sz="2200" dirty="0"/>
              <a:t>3a-</a:t>
            </a:r>
            <a:r>
              <a:rPr lang="en-US" sz="2200" b="1" dirty="0"/>
              <a:t>K9CHS</a:t>
            </a:r>
            <a:r>
              <a:rPr lang="en-US" sz="2200" dirty="0"/>
              <a:t> Greenhill Church</a:t>
            </a:r>
          </a:p>
          <a:p>
            <a:r>
              <a:rPr lang="en-US" sz="2200" dirty="0"/>
              <a:t>       4802 Old Greenhill Rd</a:t>
            </a:r>
          </a:p>
          <a:p>
            <a:endParaRPr lang="en-US" sz="2200" dirty="0"/>
          </a:p>
          <a:p>
            <a:r>
              <a:rPr lang="en-US" sz="2200" dirty="0"/>
              <a:t>4a-</a:t>
            </a:r>
            <a:r>
              <a:rPr lang="en-US" sz="2200" b="1" dirty="0"/>
              <a:t>KD9GRD </a:t>
            </a:r>
            <a:r>
              <a:rPr lang="en-US" sz="2000" dirty="0"/>
              <a:t>Clear Fork Baptist Church</a:t>
            </a:r>
            <a:endParaRPr lang="en-US" sz="2100" dirty="0"/>
          </a:p>
          <a:p>
            <a:r>
              <a:rPr lang="en-US" sz="2200" dirty="0"/>
              <a:t>        303 Clear Fork Church Spur Rd</a:t>
            </a:r>
          </a:p>
        </p:txBody>
      </p:sp>
    </p:spTree>
    <p:extLst>
      <p:ext uri="{BB962C8B-B14F-4D97-AF65-F5344CB8AC3E}">
        <p14:creationId xmlns:p14="http://schemas.microsoft.com/office/powerpoint/2010/main" val="1429562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4E429D-8D3F-7623-0068-520028958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A389A0B-74FF-5F41-5EE1-A60C9B34D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Everyone in place at start time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Tune to Repeater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NCS performs roll call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Switch to Simplex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Switch to low power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Will wait 3 minutes to complete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Perform roll call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Check for relays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Switch to high power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Will wait for 3 minutes to complete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Perform roll call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Check for relays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Switch to Repeater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Quick roll call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Summarize/review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Close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D7B9B-F413-EEE4-7EB6-9FA1F8EA6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281D5-AC24-4DFA-89F4-58DED020691B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3A856-C0B8-07B0-CF3A-BAB31FD9F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Warren County KY ARES • KQ4TIV Emergency Coordinator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DE730-5968-EA42-31AC-75BB86144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8407-C0BF-40E8-A3EB-897F5073D33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752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6BF9F-7D76-6DEB-3F52-7F5E9962B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1F68F-2802-53D5-60A4-FF35E13F0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Roll call</a:t>
            </a:r>
          </a:p>
          <a:p>
            <a:pPr lvl="1"/>
            <a:r>
              <a:rPr lang="en-US" dirty="0"/>
              <a:t>NCS: KQ4TIV this is net control, how copy?</a:t>
            </a:r>
          </a:p>
          <a:p>
            <a:pPr lvl="1"/>
            <a:r>
              <a:rPr lang="en-US" dirty="0"/>
              <a:t>KQ4TIV: Net control this is KQ4TIV.  Copy you 5-5, 5-5, Fifty-five</a:t>
            </a:r>
          </a:p>
          <a:p>
            <a:pPr lvl="1"/>
            <a:r>
              <a:rPr lang="en-US" dirty="0"/>
              <a:t>NCS: Roger that KQ4TIV, I copy you 5-6, 5-6, Fifty-six</a:t>
            </a:r>
          </a:p>
          <a:p>
            <a:r>
              <a:rPr lang="en-US" dirty="0"/>
              <a:t>If no copy:</a:t>
            </a:r>
          </a:p>
          <a:p>
            <a:pPr lvl="1"/>
            <a:r>
              <a:rPr lang="en-US" dirty="0"/>
              <a:t>NCS: KQ4TIV not heard, KQ4ABC, can you copy KQ4TIV?</a:t>
            </a:r>
          </a:p>
          <a:p>
            <a:pPr lvl="1"/>
            <a:r>
              <a:rPr lang="en-US" dirty="0"/>
              <a:t>KQ4ABC: Roger that. KQ4TIV this is KQ4ABC, how copy Net Control?</a:t>
            </a:r>
          </a:p>
          <a:p>
            <a:pPr lvl="1"/>
            <a:r>
              <a:rPr lang="en-US" dirty="0"/>
              <a:t>KQ4TIV: KQ4ABC this is KQ4TIV, I copy Net Control 5-7, 5-7, fifty-seven</a:t>
            </a:r>
          </a:p>
          <a:p>
            <a:pPr lvl="1"/>
            <a:r>
              <a:rPr lang="en-US" dirty="0"/>
              <a:t>KA4ABC: Roger that KQ4TIV.  Net Control, KQ4TIV copies you 5-3, 5-3, fifty-three.  </a:t>
            </a:r>
          </a:p>
          <a:p>
            <a:pPr lvl="1"/>
            <a:r>
              <a:rPr lang="en-US" dirty="0"/>
              <a:t>Or: KQ4ABC this is KQ4TIV, no copy on net control.</a:t>
            </a:r>
          </a:p>
          <a:p>
            <a:pPr lvl="1"/>
            <a:r>
              <a:rPr lang="en-US" dirty="0"/>
              <a:t>KQ4BC: Roger that.  Net Control this is KQ4ABC, KQ4TIV does not copy Net Control.  I copy KQ4TIV 5-3, 5-3, fifty-three.  What instructions for KQ4TIV?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2C19F-6641-9B6A-152B-FD45F3130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78A38-2B5D-4779-B9CE-BE004153E6C7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711C7-4510-24E5-11BA-888BFDCA3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Warren County KY ARES • KQ4TIV Emergency Coordinator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7DEFFE-487B-AC1F-AAE7-1797E0CC9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8407-C0BF-40E8-A3EB-897F5073D33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437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</TotalTime>
  <Words>450</Words>
  <Application>Microsoft Office PowerPoint</Application>
  <PresentationFormat>Widescreen</PresentationFormat>
  <Paragraphs>82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Kentucky District 3 Warren County</vt:lpstr>
      <vt:lpstr>Specifics</vt:lpstr>
      <vt:lpstr>Theory</vt:lpstr>
      <vt:lpstr>Locations</vt:lpstr>
      <vt:lpstr>Procedure</vt:lpstr>
      <vt:lpstr>Exchanges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Nathaniel Butts</dc:creator>
  <cp:lastModifiedBy>Nathaniel Butts</cp:lastModifiedBy>
  <cp:revision>3</cp:revision>
  <dcterms:created xsi:type="dcterms:W3CDTF">2026-08-11T18:14:18Z</dcterms:created>
  <dcterms:modified xsi:type="dcterms:W3CDTF">2026-08-28T13:20:51Z</dcterms:modified>
</cp:coreProperties>
</file>