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202F"/>
    <a:srgbClr val="17365D"/>
    <a:srgbClr val="F4F6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482B0B-B25A-4F10-B3B6-B2412DBBAB37}" v="2" dt="2026-08-17T16:46:55.7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iel Butts" userId="9a41ef88-45c3-4445-b0a4-fb927c8d3a77" providerId="ADAL" clId="{AC8757C6-A1EC-421F-BD67-EB174F3AADD7}"/>
    <pc:docChg chg="undo custSel addSld modSld">
      <pc:chgData name="Nathaniel Butts" userId="9a41ef88-45c3-4445-b0a4-fb927c8d3a77" providerId="ADAL" clId="{AC8757C6-A1EC-421F-BD67-EB174F3AADD7}" dt="2026-08-17T17:10:06.498" v="845" actId="20577"/>
      <pc:docMkLst>
        <pc:docMk/>
      </pc:docMkLst>
      <pc:sldChg chg="modSp mod">
        <pc:chgData name="Nathaniel Butts" userId="9a41ef88-45c3-4445-b0a4-fb927c8d3a77" providerId="ADAL" clId="{AC8757C6-A1EC-421F-BD67-EB174F3AADD7}" dt="2026-08-11T19:45:38.662" v="0" actId="1076"/>
        <pc:sldMkLst>
          <pc:docMk/>
          <pc:sldMk cId="542415158" sldId="256"/>
        </pc:sldMkLst>
        <pc:picChg chg="mod">
          <ac:chgData name="Nathaniel Butts" userId="9a41ef88-45c3-4445-b0a4-fb927c8d3a77" providerId="ADAL" clId="{AC8757C6-A1EC-421F-BD67-EB174F3AADD7}" dt="2026-08-11T19:45:38.662" v="0" actId="1076"/>
          <ac:picMkLst>
            <pc:docMk/>
            <pc:sldMk cId="542415158" sldId="256"/>
            <ac:picMk id="5" creationId="{DB8ECC9B-459B-D339-2DB0-F4D322EC5027}"/>
          </ac:picMkLst>
        </pc:picChg>
      </pc:sldChg>
      <pc:sldChg chg="modSp new mod">
        <pc:chgData name="Nathaniel Butts" userId="9a41ef88-45c3-4445-b0a4-fb927c8d3a77" providerId="ADAL" clId="{AC8757C6-A1EC-421F-BD67-EB174F3AADD7}" dt="2026-08-17T16:30:44.096" v="24" actId="20577"/>
        <pc:sldMkLst>
          <pc:docMk/>
          <pc:sldMk cId="9556318" sldId="258"/>
        </pc:sldMkLst>
        <pc:spChg chg="mod">
          <ac:chgData name="Nathaniel Butts" userId="9a41ef88-45c3-4445-b0a4-fb927c8d3a77" providerId="ADAL" clId="{AC8757C6-A1EC-421F-BD67-EB174F3AADD7}" dt="2026-08-17T16:30:44.096" v="24" actId="20577"/>
          <ac:spMkLst>
            <pc:docMk/>
            <pc:sldMk cId="9556318" sldId="258"/>
            <ac:spMk id="2" creationId="{35AAF484-538E-CBAB-D43E-CC0232344DBF}"/>
          </ac:spMkLst>
        </pc:spChg>
      </pc:sldChg>
      <pc:sldChg chg="modSp new mod">
        <pc:chgData name="Nathaniel Butts" userId="9a41ef88-45c3-4445-b0a4-fb927c8d3a77" providerId="ADAL" clId="{AC8757C6-A1EC-421F-BD67-EB174F3AADD7}" dt="2026-08-17T16:42:02.519" v="774" actId="20577"/>
        <pc:sldMkLst>
          <pc:docMk/>
          <pc:sldMk cId="3801234839" sldId="259"/>
        </pc:sldMkLst>
        <pc:spChg chg="mod">
          <ac:chgData name="Nathaniel Butts" userId="9a41ef88-45c3-4445-b0a4-fb927c8d3a77" providerId="ADAL" clId="{AC8757C6-A1EC-421F-BD67-EB174F3AADD7}" dt="2026-08-17T16:31:04.923" v="53" actId="20577"/>
          <ac:spMkLst>
            <pc:docMk/>
            <pc:sldMk cId="3801234839" sldId="259"/>
            <ac:spMk id="2" creationId="{1949A86B-24CB-C809-2AAF-6B640003697E}"/>
          </ac:spMkLst>
        </pc:spChg>
        <pc:spChg chg="mod">
          <ac:chgData name="Nathaniel Butts" userId="9a41ef88-45c3-4445-b0a4-fb927c8d3a77" providerId="ADAL" clId="{AC8757C6-A1EC-421F-BD67-EB174F3AADD7}" dt="2026-08-17T16:42:02.519" v="774" actId="20577"/>
          <ac:spMkLst>
            <pc:docMk/>
            <pc:sldMk cId="3801234839" sldId="259"/>
            <ac:spMk id="3" creationId="{5A6EEFDB-7364-8F25-44BB-822034670970}"/>
          </ac:spMkLst>
        </pc:spChg>
      </pc:sldChg>
      <pc:sldChg chg="addSp delSp modSp new mod modClrScheme chgLayout">
        <pc:chgData name="Nathaniel Butts" userId="9a41ef88-45c3-4445-b0a4-fb927c8d3a77" providerId="ADAL" clId="{AC8757C6-A1EC-421F-BD67-EB174F3AADD7}" dt="2026-08-17T16:43:33.424" v="783" actId="1076"/>
        <pc:sldMkLst>
          <pc:docMk/>
          <pc:sldMk cId="2152379357" sldId="260"/>
        </pc:sldMkLst>
        <pc:spChg chg="del mod ord">
          <ac:chgData name="Nathaniel Butts" userId="9a41ef88-45c3-4445-b0a4-fb927c8d3a77" providerId="ADAL" clId="{AC8757C6-A1EC-421F-BD67-EB174F3AADD7}" dt="2026-08-17T16:43:10.271" v="777" actId="700"/>
          <ac:spMkLst>
            <pc:docMk/>
            <pc:sldMk cId="2152379357" sldId="260"/>
            <ac:spMk id="2" creationId="{534E5D26-2B61-A36E-3BAC-C348FBDF9FDE}"/>
          </ac:spMkLst>
        </pc:spChg>
        <pc:spChg chg="mod ord">
          <ac:chgData name="Nathaniel Butts" userId="9a41ef88-45c3-4445-b0a4-fb927c8d3a77" providerId="ADAL" clId="{AC8757C6-A1EC-421F-BD67-EB174F3AADD7}" dt="2026-08-17T16:43:10.271" v="777" actId="700"/>
          <ac:spMkLst>
            <pc:docMk/>
            <pc:sldMk cId="2152379357" sldId="260"/>
            <ac:spMk id="3" creationId="{C9F4D625-FDBB-19F1-6142-E880E777EAF1}"/>
          </ac:spMkLst>
        </pc:spChg>
        <pc:spChg chg="mod ord">
          <ac:chgData name="Nathaniel Butts" userId="9a41ef88-45c3-4445-b0a4-fb927c8d3a77" providerId="ADAL" clId="{AC8757C6-A1EC-421F-BD67-EB174F3AADD7}" dt="2026-08-17T16:43:10.271" v="777" actId="700"/>
          <ac:spMkLst>
            <pc:docMk/>
            <pc:sldMk cId="2152379357" sldId="260"/>
            <ac:spMk id="4" creationId="{9A2D1AD9-9A9F-17DE-CE96-7CFC1137058D}"/>
          </ac:spMkLst>
        </pc:spChg>
        <pc:spChg chg="mod ord">
          <ac:chgData name="Nathaniel Butts" userId="9a41ef88-45c3-4445-b0a4-fb927c8d3a77" providerId="ADAL" clId="{AC8757C6-A1EC-421F-BD67-EB174F3AADD7}" dt="2026-08-17T16:43:10.271" v="777" actId="700"/>
          <ac:spMkLst>
            <pc:docMk/>
            <pc:sldMk cId="2152379357" sldId="260"/>
            <ac:spMk id="5" creationId="{79B58564-F17C-10B5-3779-A9DD5621AFCE}"/>
          </ac:spMkLst>
        </pc:spChg>
        <pc:spChg chg="add mod ord">
          <ac:chgData name="Nathaniel Butts" userId="9a41ef88-45c3-4445-b0a4-fb927c8d3a77" providerId="ADAL" clId="{AC8757C6-A1EC-421F-BD67-EB174F3AADD7}" dt="2026-08-17T16:43:19.557" v="778" actId="1076"/>
          <ac:spMkLst>
            <pc:docMk/>
            <pc:sldMk cId="2152379357" sldId="260"/>
            <ac:spMk id="8" creationId="{AEDBEF5A-ED03-B9BC-DD23-9535376301D5}"/>
          </ac:spMkLst>
        </pc:spChg>
        <pc:spChg chg="add del mod ord">
          <ac:chgData name="Nathaniel Butts" userId="9a41ef88-45c3-4445-b0a4-fb927c8d3a77" providerId="ADAL" clId="{AC8757C6-A1EC-421F-BD67-EB174F3AADD7}" dt="2026-08-17T16:43:29.694" v="782" actId="478"/>
          <ac:spMkLst>
            <pc:docMk/>
            <pc:sldMk cId="2152379357" sldId="260"/>
            <ac:spMk id="9" creationId="{C4E09389-EB91-8D72-EA1D-98F8764CCA7B}"/>
          </ac:spMkLst>
        </pc:spChg>
        <pc:picChg chg="add mod">
          <ac:chgData name="Nathaniel Butts" userId="9a41ef88-45c3-4445-b0a4-fb927c8d3a77" providerId="ADAL" clId="{AC8757C6-A1EC-421F-BD67-EB174F3AADD7}" dt="2026-08-17T16:43:33.424" v="783" actId="1076"/>
          <ac:picMkLst>
            <pc:docMk/>
            <pc:sldMk cId="2152379357" sldId="260"/>
            <ac:picMk id="7" creationId="{FC2E0603-D534-2588-8A6D-31ADC06466C5}"/>
          </ac:picMkLst>
        </pc:picChg>
      </pc:sldChg>
      <pc:sldChg chg="addSp modSp new mod">
        <pc:chgData name="Nathaniel Butts" userId="9a41ef88-45c3-4445-b0a4-fb927c8d3a77" providerId="ADAL" clId="{AC8757C6-A1EC-421F-BD67-EB174F3AADD7}" dt="2026-08-17T17:10:06.498" v="845" actId="20577"/>
        <pc:sldMkLst>
          <pc:docMk/>
          <pc:sldMk cId="390016356" sldId="261"/>
        </pc:sldMkLst>
        <pc:spChg chg="mod">
          <ac:chgData name="Nathaniel Butts" userId="9a41ef88-45c3-4445-b0a4-fb927c8d3a77" providerId="ADAL" clId="{AC8757C6-A1EC-421F-BD67-EB174F3AADD7}" dt="2026-08-17T16:46:22.645" v="798" actId="20577"/>
          <ac:spMkLst>
            <pc:docMk/>
            <pc:sldMk cId="390016356" sldId="261"/>
            <ac:spMk id="2" creationId="{58B3A345-36DC-37DE-8003-A982FF74417B}"/>
          </ac:spMkLst>
        </pc:spChg>
        <pc:spChg chg="mod">
          <ac:chgData name="Nathaniel Butts" userId="9a41ef88-45c3-4445-b0a4-fb927c8d3a77" providerId="ADAL" clId="{AC8757C6-A1EC-421F-BD67-EB174F3AADD7}" dt="2026-08-17T17:10:06.498" v="845" actId="20577"/>
          <ac:spMkLst>
            <pc:docMk/>
            <pc:sldMk cId="390016356" sldId="261"/>
            <ac:spMk id="3" creationId="{59975817-F6D8-E15E-59C6-3C7891C06AFF}"/>
          </ac:spMkLst>
        </pc:spChg>
        <pc:spChg chg="add mod">
          <ac:chgData name="Nathaniel Butts" userId="9a41ef88-45c3-4445-b0a4-fb927c8d3a77" providerId="ADAL" clId="{AC8757C6-A1EC-421F-BD67-EB174F3AADD7}" dt="2026-08-17T16:47:41.247" v="807" actId="207"/>
          <ac:spMkLst>
            <pc:docMk/>
            <pc:sldMk cId="390016356" sldId="261"/>
            <ac:spMk id="7" creationId="{8E32E771-ECF9-0E4D-B941-49CC9984B63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D9F03B-745E-41AB-A168-70D5E08192E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643A9-9A26-4EFE-8DE6-4ED578E92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41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4F646-FC84-9061-7C85-166935F8A3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713EB6-D2DD-FA02-5A01-6E3B37402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63785-952D-7D78-563C-98DC3CC24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AE304-CE36-423D-91FF-82BA3320FEBD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8B8B66-68B9-C8AE-A6D5-404C517EE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3FC7B-A062-1CDA-0B26-7464611F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50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66E2-2DAF-285B-FF58-404A2427D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A53B0-5DF7-DF73-DCCF-DB08C6EF9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21753-2C2B-7A92-1A99-4938F96FD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36A50-7D77-DE4B-D4E2-E8149A489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BD0C2-1E6F-38EF-4CF7-9E77987A9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AC775B-657E-76AE-9069-AD9230049E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ACBD7B11-C97A-3ECC-F36F-E20D5B434F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973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82388-1BEC-16BF-529F-60B804044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1DA30-769F-BD2D-38F3-19E702F74D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B2C78-489A-5295-3D00-2FFF64B04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E2B33-CB21-4C2E-89ED-ED63058A9EC6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E7D15-98FE-E117-98B9-E25912489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31516-6D25-EB00-4664-4548F4804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E3EECC-D88A-063D-734B-5C04D8C4D0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0664C6B-8A73-3205-5BCA-2436BE1107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562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5834-7A27-FCF8-470F-C72F5FCCC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32EF4-6E6F-B10D-C32D-CC37499289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84D0B-B3B2-BE0A-FA7B-7F9A9E8281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871C8-7331-A480-8122-FBA323E2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FF197-3AD3-4025-ADC8-700FD547DC92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C9E47-F82B-9EE4-4921-18A296B48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B0A28-BB63-3CA9-EA90-393B12A6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5F7E8F-EC83-FEE6-8BCE-F7AA262A2F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02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20575-6E80-172D-8B60-E010A97E2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D2500-AD11-71E9-0F95-84334D0ED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26CCF7-1C95-2E4E-7EB1-90078375B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8855E6-679A-A7B4-898D-ABC9B15B6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D387E-4B10-0B38-8C4F-DAFDBFD1B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96A300-9503-09EC-EB89-694C75564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41C8A-434A-4160-9568-4B1A1545093A}" type="datetime1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31ABC-7268-78E9-87D3-02A261570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83ACBA-000F-932B-4435-D840E7001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F200616-77F6-4887-2D46-8B964A2F02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72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9AA77-F439-4CF7-FC6D-52959DD0A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6B2FFA-A73C-F791-5F23-D4D115724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040D9-3679-44A3-92D1-D35471DAC33C}" type="datetime1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9F794-C202-C82A-1A53-43AB88452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5223D5-9A98-7D88-F74C-14A4E3F9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A177C0D-DCFE-437E-16DB-D8376C65F0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59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9E230B-5E35-08B4-66C8-8A2F01136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912EF-3FEB-4DB4-A966-E8C12F815231}" type="datetime1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9C939-F023-3A08-2D15-1BB22B36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77E19-A4A6-46A7-D4C8-583BD619B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068EED2-1080-E0F6-85F2-6EB470BAF0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59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9DB0-2A4F-7CF6-5408-848A2CC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FCBE8-6BF8-8B42-DD1B-677A3934C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9F25D-DB6B-7C01-2924-43DF8CD181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8273D-8D0D-70BD-AD97-D0E4BCB93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96E28-1AB1-4670-ACE4-5A2A02BA3305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0B642-2BE9-0393-FCA6-1582202BC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009BB-70D0-F5EA-8353-5DB9685E2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7BE8660-9528-130A-AB2B-3CD623525F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C18F-E005-DAA7-7650-F9A47C1F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3F0F6-0C77-7F95-AEB4-79CF59C75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B292B-59FA-0219-187E-0202A42096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F21DE-E8DD-C67C-B92B-AC0DA7B77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A8F4-EDCA-45D3-9D5E-CB9B9AB4729B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513A1-6457-F046-8472-F097324C1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65B925-9C14-A7AF-0002-D5D9CF39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E23B5F2-5D53-8FDF-766D-B310D86DA4C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55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C092-F894-8C5D-E82A-480325EF1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80DA79-B20E-39A9-3D0A-8DB42B28C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E81A2-83FF-EB27-DBD0-FE5155335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83CBB-7A0E-4DF9-911F-225601BBD5B8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A7A67-343F-C2C2-830D-56D158488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8B73A-E451-D62E-2901-5C5A4B0D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D8037B2-2F40-8DB0-0EAD-7656D9FAAD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240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21252D-B1E7-9359-7BC9-06E51FD1EC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299DB-37EB-C5FD-9DB6-9E743E169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BC974-612D-B1FE-2B7D-50A35CE3E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281D5-AC24-4DFA-89F4-58DED020691B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76A14-1AA7-BF98-4DB3-BBF330D86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070CA-652C-7C5B-7EDD-BF063B83B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3E52BD6-8F55-FB7B-047A-6EF82FD4D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901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D43A7DE6-2A60-2912-06D6-9D6D88AC5C6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25FD3D5-81D7-D283-54A5-9E9A4CD4A404}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73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436945-070C-A586-8D3D-96E86640C9D5}"/>
              </a:ext>
            </a:extLst>
          </p:cNvPr>
          <p:cNvSpPr/>
          <p:nvPr userDrawn="1"/>
        </p:nvSpPr>
        <p:spPr>
          <a:xfrm>
            <a:off x="228600" y="0"/>
            <a:ext cx="91440" cy="685800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FADD6-B95D-3DAE-91B9-E13C27691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F5617-037C-222A-C0B4-AA2191D1F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2C087-D628-91D0-3AD7-CD48B1EB3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CDE8-FE07-4A17-A2EA-2712F961A403}" type="datetime1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09D3C-8121-9FB6-467C-42E179CA1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68236-7ABA-41B3-40F3-15F6F450EF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04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0AC79-18FB-93D3-54F5-DEED5493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4435" y="2568698"/>
            <a:ext cx="9144000" cy="2387600"/>
          </a:xfrm>
        </p:spPr>
        <p:txBody>
          <a:bodyPr/>
          <a:lstStyle/>
          <a:p>
            <a:r>
              <a:rPr lang="en-US" dirty="0"/>
              <a:t>Kentucky District 3</a:t>
            </a:r>
            <a:br>
              <a:rPr lang="en-US" dirty="0"/>
            </a:br>
            <a:r>
              <a:rPr lang="en-US" dirty="0"/>
              <a:t>Warren County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55F00-5626-933A-49C0-6A5E7F9C0A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4435" y="5011616"/>
            <a:ext cx="9144000" cy="738554"/>
          </a:xfrm>
        </p:spPr>
        <p:txBody>
          <a:bodyPr/>
          <a:lstStyle/>
          <a:p>
            <a:r>
              <a:rPr lang="en-US" dirty="0"/>
              <a:t>Club Meeting – 2026.09.03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B8ECC9B-459B-D339-2DB0-F4D322EC50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12676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15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383CD5-4679-DE0C-6510-9197B3E95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9980E8-1DE1-C598-C6A0-BB745FAEE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 of 8/29 Field Exercise</a:t>
            </a:r>
          </a:p>
          <a:p>
            <a:r>
              <a:rPr lang="en-US" dirty="0"/>
              <a:t>Summary of Discussion with Emergency Management</a:t>
            </a:r>
          </a:p>
          <a:p>
            <a:r>
              <a:rPr lang="en-US" dirty="0"/>
              <a:t>Weekly net NCS rotation</a:t>
            </a:r>
          </a:p>
          <a:p>
            <a:r>
              <a:rPr lang="en-US" dirty="0"/>
              <a:t>Nationwide ARRL Simulated Emergency Test</a:t>
            </a:r>
          </a:p>
          <a:p>
            <a:r>
              <a:rPr lang="en-US" dirty="0"/>
              <a:t>Future:</a:t>
            </a:r>
          </a:p>
          <a:p>
            <a:pPr lvl="1"/>
            <a:r>
              <a:rPr lang="en-US" dirty="0"/>
              <a:t>Desired cadence for meetings</a:t>
            </a:r>
          </a:p>
          <a:p>
            <a:pPr lvl="1"/>
            <a:r>
              <a:rPr lang="en-US" dirty="0"/>
              <a:t>Desired cadence for Exercises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C731503-5F82-C00F-8AAB-AD4FD890B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E5854-0203-412C-800B-6EAC4FA6A860}" type="datetime1">
              <a:rPr lang="en-US" smtClean="0"/>
              <a:t>8/17/2026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997C11B-3D23-DE3C-DBE2-7F485A4A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9695E1-DC38-DC32-8C6D-B80C2C02D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642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AF484-538E-CBAB-D43E-CC0232344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Exercise 20260829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99CC6-B32B-8A7A-428E-35C831E0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E3990-649C-AAE8-E510-EE296AC99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BD24B-D172-C1B3-9904-CC1D9267D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8EF99-C822-59F9-7D64-1F51CA789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Vertical Title 7">
            <a:extLst>
              <a:ext uri="{FF2B5EF4-FFF2-40B4-BE49-F238E27FC236}">
                <a16:creationId xmlns:a16="http://schemas.microsoft.com/office/drawing/2014/main" id="{AEDBEF5A-ED03-B9BC-DD23-9535376301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0" y="523081"/>
            <a:ext cx="2628900" cy="581183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F4D625-FDBB-19F1-6142-E880E777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040D9-3679-44A3-92D1-D35471DAC33C}" type="datetime1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D1AD9-9A9F-17DE-CE96-7CFC1137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B58564-F17C-10B5-3779-A9DD5621A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2E0603-D534-2588-8A6D-31ADC0646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18205"/>
            <a:ext cx="6242777" cy="6421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379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A86B-24CB-C809-2AAF-6B6400036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Warren County EM Discussions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EEFDB-7364-8F25-44BB-822034670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/>
              <a:t>KY4JPS introduced me to the Director of Public Safety Bill Rector and Deputy Director of WCEM Kevin Bailey.  On 8/14, Pat and myself met with Kevin (Bill not able to attend due to family emergency).  </a:t>
            </a:r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dirty="0"/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/>
              <a:t>I introduced our group, it’s mission and priorities, and we discussed how ARES can help with their goals.  It was a high-level meeting and I expect it to be the first of many.  </a:t>
            </a:r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dirty="0"/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/>
              <a:t>He did mention that there will be a statewide, all first responders SET, in the spring of 2027, something they do every 5 years.</a:t>
            </a:r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dirty="0"/>
          </a:p>
          <a:p>
            <a:pPr marL="0" indent="0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/>
              <a:t>He specifically mentioned </a:t>
            </a:r>
            <a:r>
              <a:rPr lang="en-US" dirty="0" err="1"/>
              <a:t>Winlink</a:t>
            </a:r>
            <a:r>
              <a:rPr lang="en-US" dirty="0"/>
              <a:t> and other digital modes, so please start learning about those.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14EF3-B55F-C549-D678-361B4EF53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1FB0D-914D-976F-D025-B1DF7754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91C18-FB0B-8D9C-0F6A-9E3E5A48E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234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3A345-36DC-37DE-8003-A982FF744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ARRL Simulated Emergency Test (SET)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5817-F6D8-E15E-59C6-3C7891C06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10/3</a:t>
            </a:r>
          </a:p>
          <a:p>
            <a:r>
              <a:rPr lang="en-US" dirty="0"/>
              <a:t>Will be a surprise time and event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51B79-EEC2-95E0-4B28-D40DCAD2C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24843A-1946-3C02-85D5-8A57B9CA6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6D0520-F8F5-C6C7-8AD7-042F160F2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2E771-ECF9-0E4D-B941-49CC9984B630}"/>
              </a:ext>
            </a:extLst>
          </p:cNvPr>
          <p:cNvSpPr txBox="1"/>
          <p:nvPr/>
        </p:nvSpPr>
        <p:spPr>
          <a:xfrm>
            <a:off x="1994139" y="6181095"/>
            <a:ext cx="93596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https://www.arrl.org/simulated-emergency-test?utm_source=Informz&amp;utm_medium=Email&amp;utm_campaign=ARRL&amp;_zs=pgaDm&amp;_zl=J2tq3</a:t>
            </a:r>
          </a:p>
        </p:txBody>
      </p:sp>
    </p:spTree>
    <p:extLst>
      <p:ext uri="{BB962C8B-B14F-4D97-AF65-F5344CB8AC3E}">
        <p14:creationId xmlns:p14="http://schemas.microsoft.com/office/powerpoint/2010/main" val="390016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268</Words>
  <Application>Microsoft Office PowerPoint</Application>
  <PresentationFormat>Widescreen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Kentucky District 3 Warren County</vt:lpstr>
      <vt:lpstr>Agenda</vt:lpstr>
      <vt:lpstr>Field Exercise 20260829</vt:lpstr>
      <vt:lpstr>PowerPoint Presentation</vt:lpstr>
      <vt:lpstr>Warren County EM Discussions</vt:lpstr>
      <vt:lpstr>ARRL Simulated Emergency Test (SET)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Nathaniel Butts</dc:creator>
  <cp:lastModifiedBy>Nathaniel Butts</cp:lastModifiedBy>
  <cp:revision>1</cp:revision>
  <dcterms:created xsi:type="dcterms:W3CDTF">2026-08-11T18:14:18Z</dcterms:created>
  <dcterms:modified xsi:type="dcterms:W3CDTF">2026-08-17T17:30:55Z</dcterms:modified>
</cp:coreProperties>
</file>