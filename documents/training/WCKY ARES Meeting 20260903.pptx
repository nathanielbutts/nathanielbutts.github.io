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svg" ContentType="image/svg"/>
  <Override PartName="/ppt/media/image6.png" ContentType="image/png"/>
  <Override PartName="/ppt/media/image4.png" ContentType="image/png"/>
  <Override PartName="/ppt/media/image5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BA0023-36BA-434A-944F-E8C85EF82E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FEB7AA-2BC3-4E8F-82EB-23AE8C11B4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0017CE-A0F7-4C74-974B-B667AFDFF3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9003C75-7EFB-4F01-8EA3-35D9A550F2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FE11094-31CE-40F1-BE25-0C74438012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41BEA66-E8EA-45A6-8B34-E81F9FBF52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4F4B549-BB86-4CAE-A9AB-40DFC666CE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61377E4-C20C-4286-8065-F5F60D7DED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A9ECB1-6695-47C4-8AAA-5EF8B5FC57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570910B-2581-4D8C-9375-AAB9A72085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3BCC574-3802-4215-8F18-A88386DD3C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3071467-9D49-42C4-A7A9-B47683FD3D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1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Warren County KY ARES • KQ4TIV Emergency Coordinator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ACA673-FB39-429D-AA72-8B34E5BFB3DD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08/29/2026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11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2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13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DA7A12-44BC-42F6-8AB2-BEC734E87B4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18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9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20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7CC791-D0C2-4AC9-9B63-C5C3946A691E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27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8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29" name="Picture 8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pic>
        <p:nvPicPr>
          <p:cNvPr id="30" name="Graphic 1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296724-323F-4D89-8443-D9E30A4B246D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39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41" name="Picture 8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pic>
        <p:nvPicPr>
          <p:cNvPr id="42" name="Graphic 1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9DD15E-4ECC-4FB8-9049-9D9029DAE8EA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51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52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53" name="Picture 7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pic>
        <p:nvPicPr>
          <p:cNvPr id="54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4B1031-FAEF-4C98-A34C-252D266FF293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59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60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61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1E49B7-665F-4B3E-B647-866D5AA5E431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72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73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74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6E7325-9568-484A-90E9-715CCEA50ABD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79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0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81" name="Graphic 6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B47359-2256-4E9D-9215-F60BAA3EA1B6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88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9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90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47C20A-7762-40EE-9E3E-60DDC37D1F6A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95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96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97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98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B8DEE9-8A13-499D-998B-A1DD55D4BF0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102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03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104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86269E-7CDF-4982-A4C3-0A4F500DD72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www.weather.gov/pah/spottertraining" TargetMode="External"/><Relationship Id="rId2" Type="http://schemas.openxmlformats.org/officeDocument/2006/relationships/hyperlink" Target="https://www.weather.gov/lmk/skywarn" TargetMode="External"/><Relationship Id="rId3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484280" y="256860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Kentucky District 3</a:t>
            </a:r>
            <a:br>
              <a:rPr sz="6000"/>
            </a:b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Warren County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ubTitle"/>
          </p:nvPr>
        </p:nvSpPr>
        <p:spPr>
          <a:xfrm>
            <a:off x="1484280" y="5011560"/>
            <a:ext cx="9142920" cy="73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Club Meeting – 2026.09.03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Graphic 4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480" y="126720"/>
            <a:ext cx="2742120" cy="2742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Agenda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Results of 8/29 Field Exercise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Portable antenna used for NCS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Summary of Discussion with Emergency Management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Weekly net NCS rotation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Nationwide ARRL Simulated Emergency Test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Future: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Desired cadence for meetings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Desired cadence for Exercises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CA6CAC6-07F7-48AD-A6A2-FD6A04483556}" type="slidenum">
              <a:t>2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C20B6823-E64D-4CB8-8445-318CA5E15597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Field Exercise 20260829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1600200" y="1368000"/>
            <a:ext cx="8541000" cy="48042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B3D60F-94A2-43B8-98DD-C4705E6A50D7}" type="slidenum">
              <a:t>3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D237CB37-F638-4642-BBF2-96E2A0E00A32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Dual Band Roll Up Antenna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5943600" y="1825560"/>
            <a:ext cx="540900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Ed Fong WB6IQN Design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Replace 4-1/4” of RG-174A with 5” of RG8X with 5” cut in ladder line to match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A good chunk of shrink wrap (red box) over the Coax going to radio will secure it to the ladder line and join the stub and ladder line together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Picture 123" descr=""/>
          <p:cNvPicPr/>
          <p:nvPr/>
        </p:nvPicPr>
        <p:blipFill>
          <a:blip r:embed="rId1"/>
          <a:stretch/>
        </p:blipFill>
        <p:spPr>
          <a:xfrm>
            <a:off x="914400" y="1828800"/>
            <a:ext cx="4531680" cy="4342680"/>
          </a:xfrm>
          <a:prstGeom prst="rect">
            <a:avLst/>
          </a:prstGeom>
          <a:ln w="0">
            <a:noFill/>
          </a:ln>
        </p:spPr>
      </p:pic>
      <p:sp>
        <p:nvSpPr>
          <p:cNvPr id="118" name="Rectangle 1"/>
          <p:cNvSpPr/>
          <p:nvPr/>
        </p:nvSpPr>
        <p:spPr>
          <a:xfrm>
            <a:off x="2999160" y="2779920"/>
            <a:ext cx="465480" cy="11696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19" name="Rectangle 6"/>
          <p:cNvSpPr/>
          <p:nvPr/>
        </p:nvSpPr>
        <p:spPr>
          <a:xfrm>
            <a:off x="2947320" y="4742640"/>
            <a:ext cx="465480" cy="11696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F86850-FCA5-4A29-AE72-AA4772265699}" type="slidenum">
              <a:t>4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fld id="{286D745F-F1D0-4138-BA0A-F6338C8A04B3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Warren County EM Discussions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333" lnSpcReduction="10000"/>
          </a:bodyPr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KY4JPS introduced me to the Director of Public Safety Bill Rector and Deputy Director of WCEM Kevin Bailey.  On 8/14, Pat and myself met with Kevin (Bill not able to attend due to family emergency). 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I introduced our group, it’s mission and priorities, and we discussed how ARES can help with their goals.  It was a high-level meeting and I expect it to be the first of many. 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He did mention that there will be a statewide, all first responders SET, in the spring of 2027, something they do every 5 years.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He specifically mentioned Winlink and other digital modes, so please start learning about those.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E1050D4-CCB0-466C-8EA0-7614B5A0A821}" type="slidenum">
              <a:t>5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8A19FBC8-628D-4B44-A114-E880CFC3C9E9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No wonder we couldn’t hear KD9GRD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" descr=""/>
          <p:cNvPicPr/>
          <p:nvPr/>
        </p:nvPicPr>
        <p:blipFill>
          <a:blip r:embed="rId1"/>
          <a:stretch/>
        </p:blipFill>
        <p:spPr>
          <a:xfrm>
            <a:off x="1438560" y="1905480"/>
            <a:ext cx="6105240" cy="4266720"/>
          </a:xfrm>
          <a:prstGeom prst="rect">
            <a:avLst/>
          </a:prstGeom>
          <a:ln w="0">
            <a:noFill/>
          </a:ln>
        </p:spPr>
      </p:pic>
      <p:sp>
        <p:nvSpPr>
          <p:cNvPr id="124" name="PlaceHolder 5"/>
          <p:cNvSpPr txBox="1"/>
          <p:nvPr/>
        </p:nvSpPr>
        <p:spPr>
          <a:xfrm>
            <a:off x="8001000" y="2514600"/>
            <a:ext cx="3351960" cy="2746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defTabSz="914400">
              <a:lnSpc>
                <a:spcPct val="75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This is good information!  We need to know what obstacles to plan for and what capabilities we actually have.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6B89A0-3207-4AC3-A291-A65F083332BC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5D8FE135-51BA-4A70-9B79-0C21A0F953D5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Net Rotation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1994040" y="6181200"/>
            <a:ext cx="9358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i="1" lang="en-US" sz="1100" spc="-1" strike="noStrike">
                <a:solidFill>
                  <a:schemeClr val="dk2">
                    <a:lumMod val="50000"/>
                    <a:lumOff val="50000"/>
                  </a:schemeClr>
                </a:solidFill>
                <a:latin typeface="Aptos"/>
              </a:rPr>
              <a:t>https://www.arrl.org/simulated-emergency-test?utm_source=Informz&amp;utm_medium=Email&amp;utm_campaign=ARRL&amp;_zs=pgaDm&amp;_zl=J2tq3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7C0B8FD-06C0-465E-A252-57E348B824EA}" type="slidenum">
              <a:t>7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EB784AA0-1BA3-4979-B915-CF7D9A323C4B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ARRL Simulated Emergency Test (SET)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10/3-10/4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Will be a surprise time and event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Working with SEC to verify state participation plans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1"/>
          <p:cNvSpPr/>
          <p:nvPr/>
        </p:nvSpPr>
        <p:spPr>
          <a:xfrm>
            <a:off x="1994040" y="6181200"/>
            <a:ext cx="9358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i="1" lang="en-US" sz="1100" spc="-1" strike="noStrike">
                <a:solidFill>
                  <a:schemeClr val="dk2">
                    <a:lumMod val="50000"/>
                    <a:lumOff val="50000"/>
                  </a:schemeClr>
                </a:solidFill>
                <a:latin typeface="Aptos"/>
              </a:rPr>
              <a:t>https://www.arrl.org/simulated-emergency-test?utm_source=Informz&amp;utm_medium=Email&amp;utm_campaign=ARRL&amp;_zs=pgaDm&amp;_zl=J2tq3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81FC31-609E-41B7-9877-4A25E608E68C}" type="slidenum">
              <a:t>8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fld id="{68087D23-B12A-4F08-A6A1-DC1C9C54DE69}" type="datetime1">
              <a:rPr lang="en-US"/>
              <a:t>08/29/2026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NWS Spotter Training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The National Weather Service offers spotter (SKYWARN) training and certification on a regular basis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You can sign up and take the classes online at </a:t>
            </a:r>
            <a:r>
              <a:rPr b="0" lang="en-US" sz="1800" spc="-1" strike="noStrike" u="sng">
                <a:solidFill>
                  <a:schemeClr val="dk1"/>
                </a:solidFill>
                <a:uFillTx/>
                <a:latin typeface="Aptos"/>
                <a:hlinkClick r:id="rId1"/>
              </a:rPr>
              <a:t>https://www.weather.gov/pah/spottertraining</a:t>
            </a: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 or </a:t>
            </a:r>
            <a:r>
              <a:rPr b="0" lang="en-US" sz="1800" spc="-1" strike="noStrike" u="sng">
                <a:solidFill>
                  <a:schemeClr val="dk1"/>
                </a:solidFill>
                <a:uFillTx/>
                <a:latin typeface="Aptos"/>
                <a:hlinkClick r:id="rId2"/>
              </a:rPr>
              <a:t>https://www.weather.gov/lmk/skywarn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Paducah is offering Elite Spotter Training (Advanced Spotting) on 10/22/26 from 18:00-22:00, but you must be Basic certified before taking this one.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Class is offered as on-line webinar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Future Items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365040"/>
            <a:ext cx="10514520" cy="468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How often do you want to hold meetings?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How often do you want to do field exercises?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What else can I do for you?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9868</TotalTime>
  <Application>LibreOffice/24.2.7.2$Linux_X86_64 LibreOffice_project/420$Build-2</Application>
  <AppVersion>15.0000</AppVersion>
  <Words>463</Words>
  <Paragraphs>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2026-08-11T18:14:18Z</dcterms:created>
  <dc:creator>Nathaniel Butts</dc:creator>
  <dc:description/>
  <dc:language>en-US</dc:language>
  <cp:lastModifiedBy/>
  <dcterms:modified xsi:type="dcterms:W3CDTF">2026-08-29T21:23:33Z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