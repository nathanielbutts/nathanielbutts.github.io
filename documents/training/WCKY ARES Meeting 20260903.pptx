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svg" ContentType="image/svg"/>
  <Override PartName="/ppt/media/image4.png" ContentType="image/png"/>
  <Override PartName="/ppt/media/image5.png" ContentType="image/png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7" r:id="rId6"/>
    <p:sldMasterId id="2147483659" r:id="rId7"/>
    <p:sldMasterId id="2147483661" r:id="rId8"/>
    <p:sldMasterId id="2147483663" r:id="rId9"/>
    <p:sldMasterId id="2147483665" r:id="rId10"/>
    <p:sldMasterId id="2147483667" r:id="rId11"/>
    <p:sldMasterId id="2147483669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2CDB74A-7405-4DB6-8265-EF866BAB4EE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C7B0E98-B8B1-4936-911D-54251C7B1E4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8CA58E8-C180-48E3-8454-041D7CC01F5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EFAB8BB-CB44-4AE6-B8C7-3FFC5F2264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47908FD-69C7-4993-9732-4CC39849C91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CB6A344-6E46-4DBE-92DD-2BA49DDDC9E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8DD42127-6D05-40A0-A5EA-D90E89830BB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2E02B385-1450-4595-809F-08A834D3949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BDD68D43-63EF-4389-B12D-256D72941F0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16B35C13-C6ED-41CE-89E2-EE8E781967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BAA96873-AD37-4E77-939F-2644C8DB13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5065789E-90D6-44BE-9CE6-8F799020E59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slideLayout" Target="../slideLayouts/slideLayout6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7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8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9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10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11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1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2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6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342AC8-A500-4616-8523-E820575CDF22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11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12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B8896B7-9EA1-45C3-B2AD-5FDA9A12FE84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" name="Graphic 7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20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21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0DE8EB5-C4C3-4CFC-9EB7-9D677D59A2F4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7" name="Graphic 7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29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30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7A7826-8CD5-4AD9-932E-3B566E23D46C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6" name="Picture 8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pic>
        <p:nvPicPr>
          <p:cNvPr id="37" name="Graphic 16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6"/>
    <p:sldLayoutId id="2147483656" r:id="rId7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43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44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6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FF31E2-DA76-4383-8E23-5F367A2D3FD8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0" name="Picture 7" descr="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pic>
        <p:nvPicPr>
          <p:cNvPr id="51" name="Graphic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58" r:id="rId6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53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54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8A32CB-6F38-47EA-92D3-B7F767163BE7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1" name="Graphic 8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60" r:id="rId5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66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67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51EF30-1E46-4DAD-9995-3516E812D11A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6" name="Graphic 10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78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79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A5D9B6-B842-4A6B-9D15-46225A26A5B2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4" name="Graphic 6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64" r:id="rId5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87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88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89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7801C7-E588-4A2E-AE3F-5A9EC19126A9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2" name="Graphic 5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66" r:id="rId5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94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95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16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071424-AA21-40DF-A8CF-009B15B1BBC2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2" name="Graphic 8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68" r:id="rId5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19" descr=""/>
          <p:cNvPicPr/>
          <p:nvPr/>
        </p:nvPicPr>
        <p:blipFill>
          <a:blip r:embed="rId2">
            <a:alphaModFix amt="20000"/>
          </a:blip>
          <a:stretch/>
        </p:blipFill>
        <p:spPr>
          <a:xfrm>
            <a:off x="4267080" y="1444680"/>
            <a:ext cx="3971520" cy="3657240"/>
          </a:xfrm>
          <a:prstGeom prst="rect">
            <a:avLst/>
          </a:prstGeom>
          <a:ln w="0">
            <a:noFill/>
          </a:ln>
        </p:spPr>
      </p:pic>
      <p:sp>
        <p:nvSpPr>
          <p:cNvPr id="104" name="Rectangle 11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105" name="Rectangle 13"/>
          <p:cNvSpPr/>
          <p:nvPr/>
        </p:nvSpPr>
        <p:spPr>
          <a:xfrm>
            <a:off x="228600" y="0"/>
            <a:ext cx="91080" cy="685764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ptos"/>
            </a:endParaRPr>
          </a:p>
        </p:txBody>
      </p:sp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16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E2C587-EB65-4AE6-A127-E394F07931AF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12" name="Graphic 8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5160" cy="13251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70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484280" y="256860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Aptos Display"/>
              </a:rPr>
              <a:t>Kentucky District 3</a:t>
            </a:r>
            <a:br>
              <a:rPr sz="6000"/>
            </a:br>
            <a:r>
              <a:rPr b="0" lang="en-US" sz="6000" spc="-1" strike="noStrike">
                <a:solidFill>
                  <a:schemeClr val="dk1"/>
                </a:solidFill>
                <a:latin typeface="Aptos Display"/>
              </a:rPr>
              <a:t>Warren County</a:t>
            </a:r>
            <a:endParaRPr b="0" lang="en-US" sz="6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ubTitle"/>
          </p:nvPr>
        </p:nvSpPr>
        <p:spPr>
          <a:xfrm>
            <a:off x="1484280" y="5011560"/>
            <a:ext cx="9143640" cy="73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Club Meeting – 2026.09.03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" name="Graphic 4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9480" y="126720"/>
            <a:ext cx="2742840" cy="2742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Agenda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Results of 8/29 Field Exercise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Summary of Discussion with Emergency Management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Weekly net NCS rotation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Nationwide ARRL Simulated Emergency Test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Future: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Desired cadence for meetings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Desired cadence for Exercises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FF681FF-B4D3-4753-9BCF-6428B6F69F94}" type="slidenum">
              <a:t>2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fld id="{6168CFEB-6DB8-437A-824F-7F58A8A1A75C}" type="datetime1">
              <a:rPr lang="en-US"/>
              <a:t>08/18/2026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Field Exercise 20260829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7E398BF-FE79-4440-8C23-BA0CAB0410AD}" type="slidenum">
              <a:t>3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fld id="{7E350951-5AFF-492F-AC77-E639A4F930F6}" type="datetime1">
              <a:rPr lang="en-US"/>
              <a:t>08/18/2026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0" y="52308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>
              <a:buNone/>
            </a:pPr>
            <a:endParaRPr b="0" lang="en-US" sz="4400" spc="-1" strike="noStrike">
              <a:solidFill>
                <a:schemeClr val="dk1"/>
              </a:solidFill>
              <a:latin typeface="Aptos Display"/>
            </a:endParaRPr>
          </a:p>
        </p:txBody>
      </p:sp>
      <p:pic>
        <p:nvPicPr>
          <p:cNvPr id="121" name="Picture 6" descr=""/>
          <p:cNvPicPr/>
          <p:nvPr/>
        </p:nvPicPr>
        <p:blipFill>
          <a:blip r:embed="rId1"/>
          <a:stretch/>
        </p:blipFill>
        <p:spPr>
          <a:xfrm>
            <a:off x="3581280" y="218160"/>
            <a:ext cx="6242400" cy="64213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Warren County KY ARES • KQ4TIV Emergency Coordinator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70C38D1-BB04-46C9-9B6F-5556F8454DF9}" type="slidenum">
              <a:t>4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p>
            <a:fld id="{EF562670-99AB-4C04-BA1D-2D5000EB485D}" type="datetime1">
              <a:rPr lang="en-US"/>
              <a:t>08/18/2026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Dual Band Roll Up Antenna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5943600" y="1825560"/>
            <a:ext cx="540972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Replace 4-1/4” of RG-174A with 5” of RG8X with 5” cut in ladder line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A good chunk of shrink wrap over the Coax going to radio will secure it to the ladder line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  <p:pic>
        <p:nvPicPr>
          <p:cNvPr id="124" name="" descr=""/>
          <p:cNvPicPr/>
          <p:nvPr/>
        </p:nvPicPr>
        <p:blipFill>
          <a:blip r:embed="rId1"/>
          <a:stretch/>
        </p:blipFill>
        <p:spPr>
          <a:xfrm>
            <a:off x="914400" y="1828800"/>
            <a:ext cx="4532400" cy="434340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BC915A7-F497-4686-97ED-B0FC0DEF0135}" type="slidenum">
              <a:t>5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fld id="{7B924540-766D-45C0-A881-C38E4435713D}" type="datetime1">
              <a:rPr lang="en-US"/>
              <a:t>08/18/2026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Warren County EM Discussions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3550" lnSpcReduction="10000"/>
          </a:bodyPr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KY4JPS introduced me to the Director of Public Safety Bill Rector and Deputy Director of WCEM Kevin Bailey.  On 8/14, Pat and myself met with Kevin (Bill not able to attend due to family emergency).  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I introduced our group, it’s mission and priorities, and we discussed how ARES can help with their goals.  It was a high-level meeting and I expect it to be the first of many.  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He did mention that there will be a statewide, all first responders SET, in the spring of 2027, something they do every 5 years.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He specifically mentioned Winlink and other digital modes, so please start learning about those.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E70DA9E-78D6-4960-BB07-C872100CA9EC}" type="slidenum">
              <a:t>6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fld id="{C501985C-7FF0-4906-954D-04E930F320C7}" type="datetime1">
              <a:rPr lang="en-US"/>
              <a:t>08/18/2026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ARRL Simulated Emergency Test (SET)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10/3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Will be a surprise time and event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9" name="TextBox 6"/>
          <p:cNvSpPr/>
          <p:nvPr/>
        </p:nvSpPr>
        <p:spPr>
          <a:xfrm>
            <a:off x="1994040" y="6181200"/>
            <a:ext cx="93592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i="1" lang="en-US" sz="1100" spc="-1" strike="noStrike">
                <a:solidFill>
                  <a:schemeClr val="dk2">
                    <a:lumMod val="50000"/>
                    <a:lumOff val="50000"/>
                  </a:schemeClr>
                </a:solidFill>
                <a:latin typeface="Aptos"/>
              </a:rPr>
              <a:t>https://www.arrl.org/simulated-emergency-test?utm_source=Informz&amp;utm_medium=Email&amp;utm_campaign=ARRL&amp;_zs=pgaDm&amp;_zl=J2tq3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C3817D06-99AF-472C-8CE6-5440FD5342CF}" type="slidenum">
              <a:t>7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fld id="{E0C5F2D0-3214-47E7-9691-2E535CA1FB28}" type="datetime1">
              <a:rPr lang="en-US"/>
              <a:t>08/18/2026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787</TotalTime>
  <Application>LibreOffice/24.2.7.2$Linux_X86_64 LibreOffice_project/420$Build-2</Application>
  <AppVersion>15.0000</AppVersion>
  <Words>268</Words>
  <Paragraphs>38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2026-08-11T18:14:18Z</dcterms:created>
  <dc:creator>Nathaniel Butts</dc:creator>
  <dc:description/>
  <dc:language>en-US</dc:language>
  <cp:lastModifiedBy/>
  <dcterms:modified xsi:type="dcterms:W3CDTF">2026-08-18T08:02:25Z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6</vt:i4>
  </property>
</Properties>
</file>